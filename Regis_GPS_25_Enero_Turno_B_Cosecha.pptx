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628" r:id="rId2"/>
    <p:sldId id="3657" r:id="rId3"/>
    <p:sldId id="3659" r:id="rId4"/>
    <p:sldId id="3656" r:id="rId5"/>
    <p:sldId id="3646" r:id="rId6"/>
    <p:sldId id="3649" r:id="rId7"/>
    <p:sldId id="3658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8F7F0-EBDB-4987-85FD-1F1A562086EA}" type="datetimeFigureOut">
              <a:rPr lang="es-CL" smtClean="0"/>
              <a:t>26-01-2026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D0CA8-737D-4879-81A5-41C813E374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2185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3582D-5FCD-D269-8AD0-AF42DBE65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3C773D0-F27A-E957-2E00-D8CFD4DD6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548350-5361-79CC-B837-DBF62ADAB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783109-CDB9-022C-7FC2-9F286C1AD5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D0CA8-737D-4879-81A5-41C813E37498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609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53B4-986D-5DB1-6630-C96816C8C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F98ABD-595A-3795-5F5E-9D9084363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F7F3E6-EDF9-A5D0-DDF6-BD51B0A36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55FDFF-E788-01D0-ECD4-F18B9A089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D0CA8-737D-4879-81A5-41C813E37498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1764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01D9-53E4-A9B6-E78B-631ED18EA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5769A6-AA11-D699-9BFA-0188ED829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32A8679-6A11-430F-DD2B-EDADED0AF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0834F1-7B00-C85E-D60D-96A8232BB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D0CA8-737D-4879-81A5-41C813E37498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832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C800-BA59-5794-B759-F6B10317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BA1AF8-D403-9417-6424-09B0A5E95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5D9CD5-7F45-92DD-EF38-7886B8D49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F872C1-9562-6261-B0EB-4CF1AADE3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D0CA8-737D-4879-81A5-41C813E37498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3262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NULL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61" y="1622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1" y="1622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D3BB88AF-61F4-4E95-8FE9-8CB01E54511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sz="3265" b="0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2AAA18-0B7A-449F-9527-D2EE99127B0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50"/>
            <a:ext cx="12192000" cy="6857899"/>
          </a:xfrm>
          <a:prstGeom prst="rect">
            <a:avLst/>
          </a:prstGeom>
        </p:spPr>
      </p:pic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0A11B30A-7E65-4843-B90E-4240D68202B8}"/>
              </a:ext>
            </a:extLst>
          </p:cNvPr>
          <p:cNvSpPr/>
          <p:nvPr/>
        </p:nvSpPr>
        <p:spPr>
          <a:xfrm>
            <a:off x="-351650" y="1"/>
            <a:ext cx="9278795" cy="6895639"/>
          </a:xfrm>
          <a:custGeom>
            <a:avLst/>
            <a:gdLst>
              <a:gd name="connsiteX0" fmla="*/ 0 w 8396188"/>
              <a:gd name="connsiteY0" fmla="*/ 0 h 6239812"/>
              <a:gd name="connsiteX1" fmla="*/ 8385507 w 8396188"/>
              <a:gd name="connsiteY1" fmla="*/ 0 h 6239812"/>
              <a:gd name="connsiteX2" fmla="*/ 8396188 w 8396188"/>
              <a:gd name="connsiteY2" fmla="*/ 247681 h 6239812"/>
              <a:gd name="connsiteX3" fmla="*/ 1302727 w 8396188"/>
              <a:gd name="connsiteY3" fmla="*/ 6154080 h 6239812"/>
              <a:gd name="connsiteX4" fmla="*/ 114446 w 8396188"/>
              <a:gd name="connsiteY4" fmla="*/ 6234038 h 6239812"/>
              <a:gd name="connsiteX5" fmla="*/ 0 w 8396188"/>
              <a:gd name="connsiteY5" fmla="*/ 6226961 h 6239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96188" h="6239812">
                <a:moveTo>
                  <a:pt x="0" y="0"/>
                </a:moveTo>
                <a:lnTo>
                  <a:pt x="8385507" y="0"/>
                </a:lnTo>
                <a:lnTo>
                  <a:pt x="8396188" y="247681"/>
                </a:lnTo>
                <a:cubicBezTo>
                  <a:pt x="8396188" y="3654990"/>
                  <a:pt x="3575535" y="5683724"/>
                  <a:pt x="1302727" y="6154080"/>
                </a:cubicBezTo>
                <a:cubicBezTo>
                  <a:pt x="947601" y="6227573"/>
                  <a:pt x="543506" y="6252326"/>
                  <a:pt x="114446" y="6234038"/>
                </a:cubicBezTo>
                <a:lnTo>
                  <a:pt x="0" y="622696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3297" tIns="46649" rIns="93297" bIns="46649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s-CO" sz="1837" err="1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69D51C4A-5036-4CB4-A9C8-FDFA26476B7B}"/>
              </a:ext>
            </a:extLst>
          </p:cNvPr>
          <p:cNvSpPr>
            <a:spLocks/>
          </p:cNvSpPr>
          <p:nvPr/>
        </p:nvSpPr>
        <p:spPr bwMode="auto">
          <a:xfrm rot="900000">
            <a:off x="4509675" y="-728860"/>
            <a:ext cx="9140356" cy="5497105"/>
          </a:xfrm>
          <a:custGeom>
            <a:avLst/>
            <a:gdLst>
              <a:gd name="connsiteX0" fmla="*/ 8625994 w 8958263"/>
              <a:gd name="connsiteY0" fmla="*/ 0 h 5387672"/>
              <a:gd name="connsiteX1" fmla="*/ 8958263 w 8958263"/>
              <a:gd name="connsiteY1" fmla="*/ 0 h 5387672"/>
              <a:gd name="connsiteX2" fmla="*/ 8958263 w 8958263"/>
              <a:gd name="connsiteY2" fmla="*/ 1240044 h 5387672"/>
              <a:gd name="connsiteX3" fmla="*/ 0 w 8958263"/>
              <a:gd name="connsiteY3" fmla="*/ 0 h 5387672"/>
              <a:gd name="connsiteX4" fmla="*/ 3063403 w 8958263"/>
              <a:gd name="connsiteY4" fmla="*/ 0 h 5387672"/>
              <a:gd name="connsiteX5" fmla="*/ 3317704 w 8958263"/>
              <a:gd name="connsiteY5" fmla="*/ 949062 h 5387672"/>
              <a:gd name="connsiteX6" fmla="*/ 3406314 w 8958263"/>
              <a:gd name="connsiteY6" fmla="*/ 925319 h 5387672"/>
              <a:gd name="connsiteX7" fmla="*/ 3407980 w 8958263"/>
              <a:gd name="connsiteY7" fmla="*/ 931536 h 5387672"/>
              <a:gd name="connsiteX8" fmla="*/ 6884518 w 8958263"/>
              <a:gd name="connsiteY8" fmla="*/ 0 h 5387672"/>
              <a:gd name="connsiteX9" fmla="*/ 6915065 w 8958263"/>
              <a:gd name="connsiteY9" fmla="*/ 0 h 5387672"/>
              <a:gd name="connsiteX10" fmla="*/ 7795669 w 8958263"/>
              <a:gd name="connsiteY10" fmla="*/ 3286457 h 5387672"/>
              <a:gd name="connsiteX11" fmla="*/ 8958263 w 8958263"/>
              <a:gd name="connsiteY11" fmla="*/ 2974941 h 5387672"/>
              <a:gd name="connsiteX12" fmla="*/ 8958263 w 8958263"/>
              <a:gd name="connsiteY12" fmla="*/ 5387672 h 5387672"/>
              <a:gd name="connsiteX13" fmla="*/ 0 w 8958263"/>
              <a:gd name="connsiteY13" fmla="*/ 5387672 h 538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958263" h="5387672">
                <a:moveTo>
                  <a:pt x="8625994" y="0"/>
                </a:moveTo>
                <a:lnTo>
                  <a:pt x="8958263" y="0"/>
                </a:lnTo>
                <a:lnTo>
                  <a:pt x="8958263" y="1240044"/>
                </a:lnTo>
                <a:close/>
                <a:moveTo>
                  <a:pt x="0" y="0"/>
                </a:moveTo>
                <a:lnTo>
                  <a:pt x="3063403" y="0"/>
                </a:lnTo>
                <a:lnTo>
                  <a:pt x="3317704" y="949062"/>
                </a:lnTo>
                <a:lnTo>
                  <a:pt x="3406314" y="925319"/>
                </a:lnTo>
                <a:lnTo>
                  <a:pt x="3407980" y="931536"/>
                </a:lnTo>
                <a:lnTo>
                  <a:pt x="6884518" y="0"/>
                </a:lnTo>
                <a:lnTo>
                  <a:pt x="6915065" y="0"/>
                </a:lnTo>
                <a:lnTo>
                  <a:pt x="7795669" y="3286457"/>
                </a:lnTo>
                <a:lnTo>
                  <a:pt x="8958263" y="2974941"/>
                </a:lnTo>
                <a:lnTo>
                  <a:pt x="8958263" y="5387672"/>
                </a:lnTo>
                <a:lnTo>
                  <a:pt x="0" y="5387672"/>
                </a:lnTo>
                <a:close/>
              </a:path>
            </a:pathLst>
          </a:cu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297" tIns="46649" rIns="93297" bIns="46649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3296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sz="102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" name="doc id" hidden="1"/>
          <p:cNvSpPr txBox="1">
            <a:spLocks noChangeArrowheads="1"/>
          </p:cNvSpPr>
          <p:nvPr/>
        </p:nvSpPr>
        <p:spPr bwMode="auto">
          <a:xfrm>
            <a:off x="11487911" y="37256"/>
            <a:ext cx="401720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endParaRPr lang="es-CO" sz="1089" baseline="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Working Draft Text" hidden="1"/>
          <p:cNvSpPr txBox="1">
            <a:spLocks noChangeArrowheads="1"/>
          </p:cNvSpPr>
          <p:nvPr/>
        </p:nvSpPr>
        <p:spPr bwMode="black">
          <a:xfrm>
            <a:off x="8270633" y="6381111"/>
            <a:ext cx="900497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s-CO" sz="816" b="1" baseline="0" noProof="0">
                <a:solidFill>
                  <a:schemeClr val="bg1"/>
                </a:solidFill>
                <a:latin typeface="+mn-lt"/>
              </a:rPr>
              <a:t>WORKING DRAFT</a:t>
            </a:r>
          </a:p>
        </p:txBody>
      </p:sp>
      <p:sp>
        <p:nvSpPr>
          <p:cNvPr id="6" name="Working Draft" hidden="1"/>
          <p:cNvSpPr txBox="1">
            <a:spLocks noChangeArrowheads="1"/>
          </p:cNvSpPr>
          <p:nvPr/>
        </p:nvSpPr>
        <p:spPr bwMode="black">
          <a:xfrm>
            <a:off x="8270633" y="6506726"/>
            <a:ext cx="3921367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816" baseline="0" noProof="0">
                <a:solidFill>
                  <a:schemeClr val="bg1"/>
                </a:solidFill>
                <a:latin typeface="+mn-lt"/>
              </a:rPr>
              <a:t>Last Modified 7/06/2019 9:26 a. m. Pacific SA Standard Time</a:t>
            </a:r>
            <a:endParaRPr lang="es-CO" sz="816" baseline="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Printed" hidden="1"/>
          <p:cNvSpPr txBox="1">
            <a:spLocks noChangeArrowheads="1"/>
          </p:cNvSpPr>
          <p:nvPr/>
        </p:nvSpPr>
        <p:spPr bwMode="black">
          <a:xfrm>
            <a:off x="8270635" y="6632336"/>
            <a:ext cx="3618996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816" baseline="0" noProof="0">
                <a:solidFill>
                  <a:schemeClr val="bg1"/>
                </a:solidFill>
                <a:latin typeface="+mn-lt"/>
              </a:rPr>
              <a:t>Printed 03-06-2019 14:58 Pacific SA Standard Time</a:t>
            </a:r>
            <a:endParaRPr lang="es-CO" sz="816" baseline="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7" name="Document type" hidden="1"/>
          <p:cNvSpPr txBox="1">
            <a:spLocks noChangeArrowheads="1"/>
          </p:cNvSpPr>
          <p:nvPr/>
        </p:nvSpPr>
        <p:spPr bwMode="gray">
          <a:xfrm>
            <a:off x="3085967" y="3652560"/>
            <a:ext cx="8478152" cy="22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s-CO" sz="1428" baseline="0" noProof="0">
                <a:solidFill>
                  <a:schemeClr val="bg1"/>
                </a:solidFill>
                <a:latin typeface="+mn-lt"/>
              </a:rPr>
              <a:t>Document type | Date</a:t>
            </a:r>
          </a:p>
        </p:txBody>
      </p:sp>
      <p:sp>
        <p:nvSpPr>
          <p:cNvPr id="26" name="Disclaimer-English (United States)" hidden="1"/>
          <p:cNvSpPr>
            <a:spLocks noChangeArrowheads="1"/>
          </p:cNvSpPr>
          <p:nvPr/>
        </p:nvSpPr>
        <p:spPr bwMode="black">
          <a:xfrm>
            <a:off x="2837961" y="6381112"/>
            <a:ext cx="5224600" cy="388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1094990" eaLnBrk="0" hangingPunct="0"/>
            <a:r>
              <a:rPr lang="es-CO" sz="816" baseline="0">
                <a:solidFill>
                  <a:schemeClr val="bg1"/>
                </a:solidFill>
                <a:latin typeface="+mn-lt"/>
              </a:rPr>
              <a:t>CONFIDENTIAL AND PROPRIETARY</a:t>
            </a:r>
          </a:p>
          <a:p>
            <a:pPr defTabSz="1094990" eaLnBrk="0" hangingPunct="0"/>
            <a:r>
              <a:rPr lang="es-CO" sz="816" baseline="0">
                <a:solidFill>
                  <a:schemeClr val="bg1"/>
                </a:solidFill>
                <a:latin typeface="+mn-lt"/>
              </a:rPr>
              <a:t>Any use of this material without specific permission of McKinsey &amp; Company is strictly prohibited</a:t>
            </a:r>
          </a:p>
        </p:txBody>
      </p:sp>
      <p:pic>
        <p:nvPicPr>
          <p:cNvPr id="864338" name="Picture 2130" descr="Imagen relacionada">
            <a:extLst>
              <a:ext uri="{FF2B5EF4-FFF2-40B4-BE49-F238E27FC236}">
                <a16:creationId xmlns:a16="http://schemas.microsoft.com/office/drawing/2014/main" id="{6CFA6D8D-C0EB-416D-8FCA-DC612655F0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055827" y="80801"/>
            <a:ext cx="1023207" cy="98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27E6A49C-5A91-45D7-B07D-B594D79A3171}"/>
              </a:ext>
            </a:extLst>
          </p:cNvPr>
          <p:cNvSpPr>
            <a:spLocks/>
          </p:cNvSpPr>
          <p:nvPr/>
        </p:nvSpPr>
        <p:spPr bwMode="auto">
          <a:xfrm flipH="1">
            <a:off x="8566621" y="4585410"/>
            <a:ext cx="3625378" cy="2272590"/>
          </a:xfrm>
          <a:custGeom>
            <a:avLst/>
            <a:gdLst>
              <a:gd name="connsiteX0" fmla="*/ 0 w 3741602"/>
              <a:gd name="connsiteY0" fmla="*/ 0 h 2345481"/>
              <a:gd name="connsiteX1" fmla="*/ 0 w 3741602"/>
              <a:gd name="connsiteY1" fmla="*/ 2345481 h 2345481"/>
              <a:gd name="connsiteX2" fmla="*/ 3741602 w 3741602"/>
              <a:gd name="connsiteY2" fmla="*/ 2345481 h 2345481"/>
              <a:gd name="connsiteX3" fmla="*/ 3604954 w 3741602"/>
              <a:gd name="connsiteY3" fmla="*/ 2284472 h 2345481"/>
              <a:gd name="connsiteX4" fmla="*/ 0 w 3741602"/>
              <a:gd name="connsiteY4" fmla="*/ 0 h 2345481"/>
              <a:gd name="connsiteX0" fmla="*/ 0 w 3741602"/>
              <a:gd name="connsiteY0" fmla="*/ 0 h 2345481"/>
              <a:gd name="connsiteX1" fmla="*/ 0 w 3741602"/>
              <a:gd name="connsiteY1" fmla="*/ 2345481 h 2345481"/>
              <a:gd name="connsiteX2" fmla="*/ 3741602 w 3741602"/>
              <a:gd name="connsiteY2" fmla="*/ 2345481 h 2345481"/>
              <a:gd name="connsiteX3" fmla="*/ 3604954 w 3741602"/>
              <a:gd name="connsiteY3" fmla="*/ 2284472 h 2345481"/>
              <a:gd name="connsiteX4" fmla="*/ 0 w 3741602"/>
              <a:gd name="connsiteY4" fmla="*/ 0 h 2345481"/>
              <a:gd name="connsiteX0" fmla="*/ 0 w 3741602"/>
              <a:gd name="connsiteY0" fmla="*/ 0 h 2345481"/>
              <a:gd name="connsiteX1" fmla="*/ 0 w 3741602"/>
              <a:gd name="connsiteY1" fmla="*/ 2345481 h 2345481"/>
              <a:gd name="connsiteX2" fmla="*/ 3741602 w 3741602"/>
              <a:gd name="connsiteY2" fmla="*/ 2345481 h 2345481"/>
              <a:gd name="connsiteX3" fmla="*/ 3604954 w 3741602"/>
              <a:gd name="connsiteY3" fmla="*/ 2284472 h 2345481"/>
              <a:gd name="connsiteX4" fmla="*/ 0 w 3741602"/>
              <a:gd name="connsiteY4" fmla="*/ 0 h 2345481"/>
              <a:gd name="connsiteX0" fmla="*/ 0 w 3741602"/>
              <a:gd name="connsiteY0" fmla="*/ 0 h 2345481"/>
              <a:gd name="connsiteX1" fmla="*/ 0 w 3741602"/>
              <a:gd name="connsiteY1" fmla="*/ 2345481 h 2345481"/>
              <a:gd name="connsiteX2" fmla="*/ 3741602 w 3741602"/>
              <a:gd name="connsiteY2" fmla="*/ 2345481 h 2345481"/>
              <a:gd name="connsiteX3" fmla="*/ 3604954 w 3741602"/>
              <a:gd name="connsiteY3" fmla="*/ 2284472 h 2345481"/>
              <a:gd name="connsiteX4" fmla="*/ 0 w 3741602"/>
              <a:gd name="connsiteY4" fmla="*/ 0 h 2345481"/>
              <a:gd name="connsiteX0" fmla="*/ 0 w 3741602"/>
              <a:gd name="connsiteY0" fmla="*/ 0 h 2345481"/>
              <a:gd name="connsiteX1" fmla="*/ 0 w 3741602"/>
              <a:gd name="connsiteY1" fmla="*/ 2345481 h 2345481"/>
              <a:gd name="connsiteX2" fmla="*/ 3741602 w 3741602"/>
              <a:gd name="connsiteY2" fmla="*/ 2345481 h 2345481"/>
              <a:gd name="connsiteX3" fmla="*/ 3604954 w 3741602"/>
              <a:gd name="connsiteY3" fmla="*/ 2284472 h 2345481"/>
              <a:gd name="connsiteX4" fmla="*/ 0 w 3741602"/>
              <a:gd name="connsiteY4" fmla="*/ 0 h 2345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1602" h="2345481">
                <a:moveTo>
                  <a:pt x="0" y="0"/>
                </a:moveTo>
                <a:lnTo>
                  <a:pt x="0" y="2345481"/>
                </a:lnTo>
                <a:lnTo>
                  <a:pt x="3741602" y="2345481"/>
                </a:lnTo>
                <a:lnTo>
                  <a:pt x="3604954" y="2284472"/>
                </a:lnTo>
                <a:cubicBezTo>
                  <a:pt x="2546834" y="2382137"/>
                  <a:pt x="768267" y="1437649"/>
                  <a:pt x="0" y="0"/>
                </a:cubicBezTo>
                <a:close/>
              </a:path>
            </a:pathLst>
          </a:custGeom>
          <a:solidFill>
            <a:srgbClr val="93BB1C">
              <a:alpha val="58000"/>
            </a:srgbClr>
          </a:solidFill>
          <a:ln>
            <a:noFill/>
          </a:ln>
        </p:spPr>
        <p:txBody>
          <a:bodyPr vert="horz" wrap="square" lIns="93297" tIns="46649" rIns="93297" bIns="46649" numCol="1" anchor="t" anchorCtr="0" compatLnSpc="1">
            <a:prstTxWarp prst="textNoShape">
              <a:avLst/>
            </a:prstTxWarp>
            <a:noAutofit/>
          </a:bodyPr>
          <a:lstStyle/>
          <a:p>
            <a:endParaRPr lang="es-CO" sz="1837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C2BAD59C-E90B-48CF-8236-E7D59F0D2E40}"/>
              </a:ext>
            </a:extLst>
          </p:cNvPr>
          <p:cNvSpPr/>
          <p:nvPr/>
        </p:nvSpPr>
        <p:spPr>
          <a:xfrm>
            <a:off x="4320" y="159492"/>
            <a:ext cx="8566855" cy="6366554"/>
          </a:xfrm>
          <a:custGeom>
            <a:avLst/>
            <a:gdLst>
              <a:gd name="connsiteX0" fmla="*/ 0 w 8396188"/>
              <a:gd name="connsiteY0" fmla="*/ 0 h 6239812"/>
              <a:gd name="connsiteX1" fmla="*/ 8385507 w 8396188"/>
              <a:gd name="connsiteY1" fmla="*/ 0 h 6239812"/>
              <a:gd name="connsiteX2" fmla="*/ 8396188 w 8396188"/>
              <a:gd name="connsiteY2" fmla="*/ 247681 h 6239812"/>
              <a:gd name="connsiteX3" fmla="*/ 1302727 w 8396188"/>
              <a:gd name="connsiteY3" fmla="*/ 6154080 h 6239812"/>
              <a:gd name="connsiteX4" fmla="*/ 114446 w 8396188"/>
              <a:gd name="connsiteY4" fmla="*/ 6234038 h 6239812"/>
              <a:gd name="connsiteX5" fmla="*/ 0 w 8396188"/>
              <a:gd name="connsiteY5" fmla="*/ 6226961 h 6239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96188" h="6239812">
                <a:moveTo>
                  <a:pt x="0" y="0"/>
                </a:moveTo>
                <a:lnTo>
                  <a:pt x="8385507" y="0"/>
                </a:lnTo>
                <a:lnTo>
                  <a:pt x="8396188" y="247681"/>
                </a:lnTo>
                <a:cubicBezTo>
                  <a:pt x="8396188" y="3654990"/>
                  <a:pt x="3575535" y="5683724"/>
                  <a:pt x="1302727" y="6154080"/>
                </a:cubicBezTo>
                <a:cubicBezTo>
                  <a:pt x="947601" y="6227573"/>
                  <a:pt x="543506" y="6252326"/>
                  <a:pt x="114446" y="6234038"/>
                </a:cubicBezTo>
                <a:lnTo>
                  <a:pt x="0" y="6226961"/>
                </a:lnTo>
                <a:close/>
              </a:path>
            </a:pathLst>
          </a:custGeom>
          <a:solidFill>
            <a:srgbClr val="072569"/>
          </a:solidFill>
          <a:ln>
            <a:noFill/>
          </a:ln>
        </p:spPr>
        <p:txBody>
          <a:bodyPr vert="horz" wrap="square" lIns="93297" tIns="46649" rIns="93297" bIns="46649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s-CO" sz="1837" err="1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0D9B773D-FD61-47D9-9AD1-4DA74F1B7C82}"/>
              </a:ext>
            </a:extLst>
          </p:cNvPr>
          <p:cNvSpPr/>
          <p:nvPr/>
        </p:nvSpPr>
        <p:spPr>
          <a:xfrm>
            <a:off x="-7480" y="2"/>
            <a:ext cx="8614086" cy="6328913"/>
          </a:xfrm>
          <a:custGeom>
            <a:avLst/>
            <a:gdLst>
              <a:gd name="connsiteX0" fmla="*/ 0 w 8442478"/>
              <a:gd name="connsiteY0" fmla="*/ 0 h 6202921"/>
              <a:gd name="connsiteX1" fmla="*/ 8433388 w 8442478"/>
              <a:gd name="connsiteY1" fmla="*/ 0 h 6202921"/>
              <a:gd name="connsiteX2" fmla="*/ 8442478 w 8442478"/>
              <a:gd name="connsiteY2" fmla="*/ 210790 h 6202921"/>
              <a:gd name="connsiteX3" fmla="*/ 1349017 w 8442478"/>
              <a:gd name="connsiteY3" fmla="*/ 6117189 h 6202921"/>
              <a:gd name="connsiteX4" fmla="*/ 160736 w 8442478"/>
              <a:gd name="connsiteY4" fmla="*/ 6197147 h 6202921"/>
              <a:gd name="connsiteX5" fmla="*/ 0 w 8442478"/>
              <a:gd name="connsiteY5" fmla="*/ 6187207 h 620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2478" h="6202921">
                <a:moveTo>
                  <a:pt x="0" y="0"/>
                </a:moveTo>
                <a:lnTo>
                  <a:pt x="8433388" y="0"/>
                </a:lnTo>
                <a:lnTo>
                  <a:pt x="8442478" y="210790"/>
                </a:lnTo>
                <a:cubicBezTo>
                  <a:pt x="8442478" y="3618099"/>
                  <a:pt x="3621825" y="5646833"/>
                  <a:pt x="1349017" y="6117189"/>
                </a:cubicBezTo>
                <a:cubicBezTo>
                  <a:pt x="993891" y="6190682"/>
                  <a:pt x="589796" y="6215435"/>
                  <a:pt x="160736" y="6197147"/>
                </a:cubicBezTo>
                <a:lnTo>
                  <a:pt x="0" y="6187207"/>
                </a:lnTo>
                <a:close/>
              </a:path>
            </a:pathLst>
          </a:custGeom>
          <a:gradFill flip="none" rotWithShape="1">
            <a:gsLst>
              <a:gs pos="59000">
                <a:srgbClr val="09359C"/>
              </a:gs>
              <a:gs pos="17000">
                <a:srgbClr val="082E82"/>
              </a:gs>
              <a:gs pos="95000">
                <a:srgbClr val="09359C"/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3297" tIns="46649" rIns="93297" bIns="46649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s-CO" sz="1837" err="1"/>
          </a:p>
        </p:txBody>
      </p:sp>
      <p:sp>
        <p:nvSpPr>
          <p:cNvPr id="13314" name="Title"/>
          <p:cNvSpPr>
            <a:spLocks noGrp="1" noChangeArrowheads="1"/>
          </p:cNvSpPr>
          <p:nvPr>
            <p:ph type="ctrTitle"/>
          </p:nvPr>
        </p:nvSpPr>
        <p:spPr bwMode="gray">
          <a:xfrm>
            <a:off x="537480" y="1757317"/>
            <a:ext cx="5403022" cy="502445"/>
          </a:xfrm>
          <a:prstGeom prst="rect">
            <a:avLst/>
          </a:prstGeom>
        </p:spPr>
        <p:txBody>
          <a:bodyPr vert="horz"/>
          <a:lstStyle>
            <a:lvl1pPr>
              <a:defRPr sz="3265" b="0" baseline="0">
                <a:solidFill>
                  <a:schemeClr val="bg2"/>
                </a:solidFill>
                <a:latin typeface="+mj-lt"/>
                <a:ea typeface="+mj-ea"/>
              </a:defRPr>
            </a:lvl1pPr>
          </a:lstStyle>
          <a:p>
            <a:pPr lvl="0" latinLnBrk="0"/>
            <a:r>
              <a:rPr lang="es-CO" noProof="0" err="1"/>
              <a:t>Click</a:t>
            </a:r>
            <a:r>
              <a:rPr lang="es-CO" noProof="0"/>
              <a:t> </a:t>
            </a:r>
            <a:r>
              <a:rPr lang="es-CO" noProof="0" err="1"/>
              <a:t>to</a:t>
            </a:r>
            <a:r>
              <a:rPr lang="es-CO" noProof="0"/>
              <a:t> </a:t>
            </a:r>
            <a:r>
              <a:rPr lang="es-CO" noProof="0" err="1"/>
              <a:t>edit</a:t>
            </a:r>
            <a:r>
              <a:rPr lang="es-CO" noProof="0"/>
              <a:t> Master </a:t>
            </a:r>
            <a:r>
              <a:rPr lang="es-CO" noProof="0" err="1"/>
              <a:t>title</a:t>
            </a:r>
            <a:r>
              <a:rPr lang="es-CO" noProof="0"/>
              <a:t> </a:t>
            </a:r>
            <a:r>
              <a:rPr lang="es-CO" noProof="0" err="1"/>
              <a:t>style</a:t>
            </a:r>
            <a:endParaRPr lang="es-CO" noProof="0"/>
          </a:p>
        </p:txBody>
      </p:sp>
      <p:sp>
        <p:nvSpPr>
          <p:cNvPr id="13315" name="Subtitle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537480" y="3771636"/>
            <a:ext cx="5403022" cy="2198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28" cap="all" baseline="0">
                <a:solidFill>
                  <a:schemeClr val="bg2"/>
                </a:solidFill>
                <a:latin typeface="+mn-lt"/>
                <a:ea typeface="+mn-ea"/>
              </a:defRPr>
            </a:lvl1pPr>
          </a:lstStyle>
          <a:p>
            <a:pPr lvl="0" latinLnBrk="0"/>
            <a:r>
              <a:rPr lang="es-CO" noProof="0" err="1"/>
              <a:t>Click</a:t>
            </a:r>
            <a:r>
              <a:rPr lang="es-CO" noProof="0"/>
              <a:t> </a:t>
            </a:r>
            <a:r>
              <a:rPr lang="es-CO" noProof="0" err="1"/>
              <a:t>to</a:t>
            </a:r>
            <a:r>
              <a:rPr lang="es-CO" noProof="0"/>
              <a:t> </a:t>
            </a:r>
            <a:r>
              <a:rPr lang="es-CO" noProof="0" err="1"/>
              <a:t>edit</a:t>
            </a:r>
            <a:r>
              <a:rPr lang="es-CO" noProof="0"/>
              <a:t> Master </a:t>
            </a:r>
            <a:r>
              <a:rPr lang="es-CO" noProof="0" err="1"/>
              <a:t>subtitle</a:t>
            </a:r>
            <a:r>
              <a:rPr lang="es-CO" noProof="0"/>
              <a:t> </a:t>
            </a:r>
            <a:r>
              <a:rPr lang="es-CO" noProof="0" err="1"/>
              <a:t>style</a:t>
            </a:r>
            <a:endParaRPr lang="es-CO" noProof="0"/>
          </a:p>
        </p:txBody>
      </p:sp>
      <p:sp>
        <p:nvSpPr>
          <p:cNvPr id="92" name="Freeform 24">
            <a:extLst>
              <a:ext uri="{FF2B5EF4-FFF2-40B4-BE49-F238E27FC236}">
                <a16:creationId xmlns:a16="http://schemas.microsoft.com/office/drawing/2014/main" id="{B427C183-7DD0-4C14-A8CF-CA7C1BABC55A}"/>
              </a:ext>
            </a:extLst>
          </p:cNvPr>
          <p:cNvSpPr>
            <a:spLocks/>
          </p:cNvSpPr>
          <p:nvPr/>
        </p:nvSpPr>
        <p:spPr>
          <a:xfrm>
            <a:off x="9240" y="3240"/>
            <a:ext cx="8557382" cy="247591"/>
          </a:xfrm>
          <a:custGeom>
            <a:avLst/>
            <a:gdLst>
              <a:gd name="connsiteX0" fmla="*/ 2646887 w 2646887"/>
              <a:gd name="connsiteY0" fmla="*/ 3229 h 165283"/>
              <a:gd name="connsiteX1" fmla="*/ 2564077 w 2646887"/>
              <a:gd name="connsiteY1" fmla="*/ 165283 h 165283"/>
              <a:gd name="connsiteX2" fmla="*/ 85835 w 2646887"/>
              <a:gd name="connsiteY2" fmla="*/ 165283 h 165283"/>
              <a:gd name="connsiteX3" fmla="*/ 0 w 2646887"/>
              <a:gd name="connsiteY3" fmla="*/ 1 h 165283"/>
              <a:gd name="connsiteX4" fmla="*/ 1004135 w 2646887"/>
              <a:gd name="connsiteY4" fmla="*/ 0 h 165283"/>
              <a:gd name="connsiteX5" fmla="*/ 2646887 w 2646887"/>
              <a:gd name="connsiteY5" fmla="*/ 3229 h 165283"/>
              <a:gd name="connsiteX0" fmla="*/ 2647652 w 2647652"/>
              <a:gd name="connsiteY0" fmla="*/ 3229 h 198533"/>
              <a:gd name="connsiteX1" fmla="*/ 2564842 w 2647652"/>
              <a:gd name="connsiteY1" fmla="*/ 165283 h 198533"/>
              <a:gd name="connsiteX2" fmla="*/ 0 w 2647652"/>
              <a:gd name="connsiteY2" fmla="*/ 198533 h 198533"/>
              <a:gd name="connsiteX3" fmla="*/ 765 w 2647652"/>
              <a:gd name="connsiteY3" fmla="*/ 1 h 198533"/>
              <a:gd name="connsiteX4" fmla="*/ 1004900 w 2647652"/>
              <a:gd name="connsiteY4" fmla="*/ 0 h 198533"/>
              <a:gd name="connsiteX5" fmla="*/ 2647652 w 2647652"/>
              <a:gd name="connsiteY5" fmla="*/ 3229 h 198533"/>
              <a:gd name="connsiteX0" fmla="*/ 2647652 w 2647652"/>
              <a:gd name="connsiteY0" fmla="*/ 3229 h 198533"/>
              <a:gd name="connsiteX1" fmla="*/ 2612953 w 2647652"/>
              <a:gd name="connsiteY1" fmla="*/ 173595 h 198533"/>
              <a:gd name="connsiteX2" fmla="*/ 0 w 2647652"/>
              <a:gd name="connsiteY2" fmla="*/ 198533 h 198533"/>
              <a:gd name="connsiteX3" fmla="*/ 765 w 2647652"/>
              <a:gd name="connsiteY3" fmla="*/ 1 h 198533"/>
              <a:gd name="connsiteX4" fmla="*/ 1004900 w 2647652"/>
              <a:gd name="connsiteY4" fmla="*/ 0 h 198533"/>
              <a:gd name="connsiteX5" fmla="*/ 2647652 w 2647652"/>
              <a:gd name="connsiteY5" fmla="*/ 3229 h 198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7652" h="198533">
                <a:moveTo>
                  <a:pt x="2647652" y="3229"/>
                </a:moveTo>
                <a:lnTo>
                  <a:pt x="2612953" y="173595"/>
                </a:lnTo>
                <a:lnTo>
                  <a:pt x="0" y="198533"/>
                </a:lnTo>
                <a:lnTo>
                  <a:pt x="765" y="1"/>
                </a:lnTo>
                <a:lnTo>
                  <a:pt x="1004900" y="0"/>
                </a:lnTo>
                <a:lnTo>
                  <a:pt x="2647652" y="3229"/>
                </a:lnTo>
                <a:close/>
              </a:path>
            </a:pathLst>
          </a:custGeom>
          <a:gradFill flip="none" rotWithShape="1">
            <a:gsLst>
              <a:gs pos="0">
                <a:srgbClr val="072569"/>
              </a:gs>
              <a:gs pos="100000">
                <a:srgbClr val="09359C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842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AB89E88-0959-41EF-A252-7124AEDEF6A5}"/>
              </a:ext>
            </a:extLst>
          </p:cNvPr>
          <p:cNvGrpSpPr/>
          <p:nvPr/>
        </p:nvGrpSpPr>
        <p:grpSpPr>
          <a:xfrm>
            <a:off x="467311" y="1032318"/>
            <a:ext cx="1595627" cy="345379"/>
            <a:chOff x="458001" y="1011767"/>
            <a:chExt cx="2275028" cy="492444"/>
          </a:xfrm>
        </p:grpSpPr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17263937-8769-44C4-BD53-62EDC1FF54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biLevel thresh="25000"/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artisticPhotocopy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8001" y="1011767"/>
              <a:ext cx="492444" cy="492444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61578C49-30D6-4DFB-AB3C-074A1FB6AC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9484134">
              <a:off x="1112501" y="1036629"/>
              <a:ext cx="442720" cy="4427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9E1725FE-816A-4D70-AEAE-D5C37A2BE9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17277" y="1044533"/>
              <a:ext cx="426913" cy="426913"/>
            </a:xfrm>
            <a:prstGeom prst="rect">
              <a:avLst/>
            </a:prstGeom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06F255BD-A447-4DE5-AD1E-3D6B48239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06245" y="1044597"/>
              <a:ext cx="426784" cy="4267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766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73" imgH="473" progId="TCLayout.ActiveDocument.1">
                  <p:embed/>
                </p:oleObj>
              </mc:Choice>
              <mc:Fallback>
                <p:oleObj name="Diapositiva de think-cell" r:id="rId4" imgW="473" imgH="47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411E529-5A14-4038-87DB-6017F06FC1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sz="2041" b="0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s-CO" noProof="0"/>
              <a:t>Click to edit Master title style</a:t>
            </a:r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526" eaLnBrk="1"/>
            <a:endParaRPr lang="es-CO" sz="612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sp>
        <p:nvSpPr>
          <p:cNvPr id="8" name="Slide Number"/>
          <p:cNvSpPr txBox="1">
            <a:spLocks/>
          </p:cNvSpPr>
          <p:nvPr/>
        </p:nvSpPr>
        <p:spPr bwMode="gray">
          <a:xfrm>
            <a:off x="11923354" y="6563391"/>
            <a:ext cx="188093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es-CO" sz="816" smtClean="0">
                <a:solidFill>
                  <a:schemeClr val="tx2"/>
                </a:solidFill>
              </a:rPr>
              <a:pPr lvl="0"/>
              <a:t>‹Nº›</a:t>
            </a:fld>
            <a:endParaRPr lang="es-CO" sz="816">
              <a:solidFill>
                <a:schemeClr val="tx2"/>
              </a:solidFill>
            </a:endParaRPr>
          </a:p>
        </p:txBody>
      </p:sp>
      <p:pic>
        <p:nvPicPr>
          <p:cNvPr id="752101" name="Picture 1509" descr="Imagen relacionada">
            <a:extLst>
              <a:ext uri="{FF2B5EF4-FFF2-40B4-BE49-F238E27FC236}">
                <a16:creationId xmlns:a16="http://schemas.microsoft.com/office/drawing/2014/main" id="{BFFB1002-A80C-4363-A0F4-DD4C49950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404"/>
          <a:stretch/>
        </p:blipFill>
        <p:spPr bwMode="auto">
          <a:xfrm>
            <a:off x="11450503" y="6463610"/>
            <a:ext cx="350485" cy="32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501708-A5E9-43D1-9242-2827586CEB2B}"/>
              </a:ext>
            </a:extLst>
          </p:cNvPr>
          <p:cNvCxnSpPr/>
          <p:nvPr/>
        </p:nvCxnSpPr>
        <p:spPr>
          <a:xfrm>
            <a:off x="11841158" y="6478747"/>
            <a:ext cx="0" cy="29738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550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50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blipFill dpi="0" rotWithShape="1">
          <a:blip cstate="screen">
            <a:alphaModFix amt="17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473" imgH="473" progId="TCLayout.ActiveDocument.1">
                  <p:embed/>
                </p:oleObj>
              </mc:Choice>
              <mc:Fallback>
                <p:oleObj name="Diapositiva de think-cell" r:id="rId5" imgW="473" imgH="47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0EBB5C0-CB6F-4B60-AA12-F6CBD70D5F0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sz="2041" b="0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Slide Number"/>
          <p:cNvSpPr txBox="1">
            <a:spLocks/>
          </p:cNvSpPr>
          <p:nvPr/>
        </p:nvSpPr>
        <p:spPr bwMode="black">
          <a:xfrm>
            <a:off x="11663864" y="6639224"/>
            <a:ext cx="188093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es-CO" sz="816" smtClean="0">
                <a:solidFill>
                  <a:schemeClr val="bg1"/>
                </a:solidFill>
              </a:rPr>
              <a:pPr lvl="0"/>
              <a:t>‹Nº›</a:t>
            </a:fld>
            <a:endParaRPr lang="es-CO" sz="816">
              <a:solidFill>
                <a:schemeClr val="bg1"/>
              </a:solidFill>
            </a:endParaRPr>
          </a:p>
        </p:txBody>
      </p:sp>
      <p:sp>
        <p:nvSpPr>
          <p:cNvPr id="10" name="SlideLogoText"/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0476886" y="6639224"/>
            <a:ext cx="1050047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r" defTabSz="1218095"/>
            <a:r>
              <a:rPr lang="es-CO" sz="816" baseline="0" noProof="0">
                <a:solidFill>
                  <a:schemeClr val="bg1"/>
                </a:solidFill>
                <a:latin typeface="+mn-lt"/>
                <a:ea typeface="+mn-ea"/>
              </a:rPr>
              <a:t>McKinsey &amp; Company</a:t>
            </a:r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526" eaLnBrk="1"/>
            <a:endParaRPr lang="es-CO" sz="612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A08AC8-E0D3-452D-8320-43C4BB6C257D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1810" y="0"/>
            <a:ext cx="12179343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621A582-4D90-4C74-9A9C-159CDCE91A1A}"/>
              </a:ext>
            </a:extLst>
          </p:cNvPr>
          <p:cNvSpPr>
            <a:spLocks/>
          </p:cNvSpPr>
          <p:nvPr/>
        </p:nvSpPr>
        <p:spPr bwMode="white">
          <a:xfrm>
            <a:off x="-845" y="1"/>
            <a:ext cx="12189633" cy="6858000"/>
          </a:xfrm>
          <a:prstGeom prst="rect">
            <a:avLst/>
          </a:prstGeom>
          <a:gradFill>
            <a:gsLst>
              <a:gs pos="17000">
                <a:schemeClr val="accent2">
                  <a:alpha val="64000"/>
                </a:schemeClr>
              </a:gs>
              <a:gs pos="100000">
                <a:schemeClr val="tx2">
                  <a:lumMod val="75000"/>
                </a:schemeClr>
              </a:gs>
            </a:gsLst>
            <a:lin ang="18000000" scaled="0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24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CO"/>
              <a:t>Click to edit Master title style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BBBE40A-16AB-4FBC-B54B-C7B9E4E798B8}"/>
              </a:ext>
            </a:extLst>
          </p:cNvPr>
          <p:cNvSpPr>
            <a:spLocks/>
          </p:cNvSpPr>
          <p:nvPr/>
        </p:nvSpPr>
        <p:spPr bwMode="auto">
          <a:xfrm flipH="1">
            <a:off x="5101904" y="2406128"/>
            <a:ext cx="7101906" cy="4451873"/>
          </a:xfrm>
          <a:custGeom>
            <a:avLst/>
            <a:gdLst>
              <a:gd name="connsiteX0" fmla="*/ 0 w 3741602"/>
              <a:gd name="connsiteY0" fmla="*/ 0 h 2345481"/>
              <a:gd name="connsiteX1" fmla="*/ 0 w 3741602"/>
              <a:gd name="connsiteY1" fmla="*/ 2345481 h 2345481"/>
              <a:gd name="connsiteX2" fmla="*/ 3741602 w 3741602"/>
              <a:gd name="connsiteY2" fmla="*/ 2345481 h 2345481"/>
              <a:gd name="connsiteX3" fmla="*/ 3604954 w 3741602"/>
              <a:gd name="connsiteY3" fmla="*/ 2284472 h 2345481"/>
              <a:gd name="connsiteX4" fmla="*/ 0 w 3741602"/>
              <a:gd name="connsiteY4" fmla="*/ 0 h 2345481"/>
              <a:gd name="connsiteX0" fmla="*/ 0 w 3741602"/>
              <a:gd name="connsiteY0" fmla="*/ 0 h 2345481"/>
              <a:gd name="connsiteX1" fmla="*/ 0 w 3741602"/>
              <a:gd name="connsiteY1" fmla="*/ 2345481 h 2345481"/>
              <a:gd name="connsiteX2" fmla="*/ 3741602 w 3741602"/>
              <a:gd name="connsiteY2" fmla="*/ 2345481 h 2345481"/>
              <a:gd name="connsiteX3" fmla="*/ 3604954 w 3741602"/>
              <a:gd name="connsiteY3" fmla="*/ 2284472 h 2345481"/>
              <a:gd name="connsiteX4" fmla="*/ 0 w 3741602"/>
              <a:gd name="connsiteY4" fmla="*/ 0 h 2345481"/>
              <a:gd name="connsiteX0" fmla="*/ 0 w 3741602"/>
              <a:gd name="connsiteY0" fmla="*/ 0 h 2345481"/>
              <a:gd name="connsiteX1" fmla="*/ 0 w 3741602"/>
              <a:gd name="connsiteY1" fmla="*/ 2345481 h 2345481"/>
              <a:gd name="connsiteX2" fmla="*/ 3741602 w 3741602"/>
              <a:gd name="connsiteY2" fmla="*/ 2345481 h 2345481"/>
              <a:gd name="connsiteX3" fmla="*/ 3604954 w 3741602"/>
              <a:gd name="connsiteY3" fmla="*/ 2284472 h 2345481"/>
              <a:gd name="connsiteX4" fmla="*/ 0 w 3741602"/>
              <a:gd name="connsiteY4" fmla="*/ 0 h 2345481"/>
              <a:gd name="connsiteX0" fmla="*/ 0 w 3741602"/>
              <a:gd name="connsiteY0" fmla="*/ 0 h 2345481"/>
              <a:gd name="connsiteX1" fmla="*/ 0 w 3741602"/>
              <a:gd name="connsiteY1" fmla="*/ 2345481 h 2345481"/>
              <a:gd name="connsiteX2" fmla="*/ 3741602 w 3741602"/>
              <a:gd name="connsiteY2" fmla="*/ 2345481 h 2345481"/>
              <a:gd name="connsiteX3" fmla="*/ 3604954 w 3741602"/>
              <a:gd name="connsiteY3" fmla="*/ 2284472 h 2345481"/>
              <a:gd name="connsiteX4" fmla="*/ 0 w 3741602"/>
              <a:gd name="connsiteY4" fmla="*/ 0 h 2345481"/>
              <a:gd name="connsiteX0" fmla="*/ 0 w 3741602"/>
              <a:gd name="connsiteY0" fmla="*/ 0 h 2345481"/>
              <a:gd name="connsiteX1" fmla="*/ 0 w 3741602"/>
              <a:gd name="connsiteY1" fmla="*/ 2345481 h 2345481"/>
              <a:gd name="connsiteX2" fmla="*/ 3741602 w 3741602"/>
              <a:gd name="connsiteY2" fmla="*/ 2345481 h 2345481"/>
              <a:gd name="connsiteX3" fmla="*/ 3604954 w 3741602"/>
              <a:gd name="connsiteY3" fmla="*/ 2284472 h 2345481"/>
              <a:gd name="connsiteX4" fmla="*/ 0 w 3741602"/>
              <a:gd name="connsiteY4" fmla="*/ 0 h 2345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1602" h="2345481">
                <a:moveTo>
                  <a:pt x="0" y="0"/>
                </a:moveTo>
                <a:lnTo>
                  <a:pt x="0" y="2345481"/>
                </a:lnTo>
                <a:lnTo>
                  <a:pt x="3741602" y="2345481"/>
                </a:lnTo>
                <a:lnTo>
                  <a:pt x="3604954" y="2284472"/>
                </a:lnTo>
                <a:cubicBezTo>
                  <a:pt x="2546834" y="2382137"/>
                  <a:pt x="768267" y="1437649"/>
                  <a:pt x="0" y="0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>
            <a:noFill/>
          </a:ln>
        </p:spPr>
        <p:txBody>
          <a:bodyPr vert="horz" wrap="square" lIns="93297" tIns="46649" rIns="93297" bIns="46649" numCol="1" anchor="t" anchorCtr="0" compatLnSpc="1">
            <a:prstTxWarp prst="textNoShape">
              <a:avLst/>
            </a:prstTxWarp>
            <a:noAutofit/>
          </a:bodyPr>
          <a:lstStyle/>
          <a:p>
            <a:endParaRPr lang="es-CO" sz="1837"/>
          </a:p>
        </p:txBody>
      </p:sp>
      <p:pic>
        <p:nvPicPr>
          <p:cNvPr id="13" name="Picture 1509" descr="Imagen relacionada">
            <a:extLst>
              <a:ext uri="{FF2B5EF4-FFF2-40B4-BE49-F238E27FC236}">
                <a16:creationId xmlns:a16="http://schemas.microsoft.com/office/drawing/2014/main" id="{DB2D639D-A739-4A2C-9553-2317BF968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404"/>
          <a:stretch/>
        </p:blipFill>
        <p:spPr bwMode="auto">
          <a:xfrm>
            <a:off x="11526934" y="6266272"/>
            <a:ext cx="479186" cy="4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793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08">
          <p15:clr>
            <a:srgbClr val="000000"/>
          </p15:clr>
        </p15:guide>
        <p15:guide id="2" orient="horz" pos="570">
          <p15:clr>
            <a:srgbClr val="000000"/>
          </p15:clr>
        </p15:guide>
        <p15:guide id="3" orient="horz" pos="3912">
          <p15:clr>
            <a:srgbClr val="000000"/>
          </p15:clr>
        </p15:guide>
        <p15:guide id="4" pos="96">
          <p15:clr>
            <a:srgbClr val="00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6ACDDEAF-59EE-4DB3-83FC-0B586C4BEA7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20" y="1620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70" imgH="371" progId="TCLayout.ActiveDocument.1">
                  <p:embed/>
                </p:oleObj>
              </mc:Choice>
              <mc:Fallback>
                <p:oleObj name="Diapositiva de think-cell" r:id="rId4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6ACDDEAF-59EE-4DB3-83FC-0B586C4BEA7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620" y="1620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2C6B670D-7155-48BB-8DEF-BDED1968D9A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sz="2041" b="0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15BB2-B0E6-4ADE-B8C6-8AA1782A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s-CO"/>
              <a:t>Click to edit Master title style</a:t>
            </a:r>
          </a:p>
        </p:txBody>
      </p:sp>
      <p:sp>
        <p:nvSpPr>
          <p:cNvPr id="5" name="SlideLogoText">
            <a:extLst>
              <a:ext uri="{FF2B5EF4-FFF2-40B4-BE49-F238E27FC236}">
                <a16:creationId xmlns:a16="http://schemas.microsoft.com/office/drawing/2014/main" id="{55E66489-0BA8-4B2A-8629-574A4BC16365}"/>
              </a:ext>
            </a:extLst>
          </p:cNvPr>
          <p:cNvSpPr txBox="1"/>
          <p:nvPr/>
        </p:nvSpPr>
        <p:spPr>
          <a:xfrm>
            <a:off x="10490964" y="6641683"/>
            <a:ext cx="1050047" cy="1280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s-CO" sz="816">
                <a:solidFill>
                  <a:schemeClr val="accent6"/>
                </a:solidFill>
              </a:rPr>
              <a:t>McKinsey &amp; Company</a:t>
            </a:r>
          </a:p>
        </p:txBody>
      </p:sp>
    </p:spTree>
    <p:extLst>
      <p:ext uri="{BB962C8B-B14F-4D97-AF65-F5344CB8AC3E}">
        <p14:creationId xmlns:p14="http://schemas.microsoft.com/office/powerpoint/2010/main" val="172488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73" imgH="473" progId="TCLayout.ActiveDocument.1">
                  <p:embed/>
                </p:oleObj>
              </mc:Choice>
              <mc:Fallback>
                <p:oleObj name="Diapositiva de think-cell" r:id="rId4" imgW="473" imgH="47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411E529-5A14-4038-87DB-6017F06FC1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sz="2041" b="0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2" name="Marcador de texto 9">
            <a:extLst>
              <a:ext uri="{FF2B5EF4-FFF2-40B4-BE49-F238E27FC236}">
                <a16:creationId xmlns:a16="http://schemas.microsoft.com/office/drawing/2014/main" id="{61A826D3-02D1-4600-9F04-7B6B64128E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07385" y="3617820"/>
            <a:ext cx="6093656" cy="299063"/>
          </a:xfrm>
          <a:prstGeom prst="rect">
            <a:avLst/>
          </a:prstGeom>
          <a:solidFill>
            <a:srgbClr val="09349C"/>
          </a:solidFill>
          <a:ln>
            <a:noFill/>
          </a:ln>
        </p:spPr>
        <p:txBody>
          <a:bodyPr lIns="90000" tIns="46800" rIns="90000" bIns="46800" anchor="ctr" anchorCtr="0"/>
          <a:lstStyle>
            <a:lvl1pPr algn="l">
              <a:defRPr sz="1224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Parte 1.4</a:t>
            </a:r>
          </a:p>
        </p:txBody>
      </p:sp>
      <p:sp>
        <p:nvSpPr>
          <p:cNvPr id="33" name="Marcador de texto 9">
            <a:extLst>
              <a:ext uri="{FF2B5EF4-FFF2-40B4-BE49-F238E27FC236}">
                <a16:creationId xmlns:a16="http://schemas.microsoft.com/office/drawing/2014/main" id="{CAA56B97-AF55-4B28-8815-BD17F99EBF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44" y="3616141"/>
            <a:ext cx="6105041" cy="299063"/>
          </a:xfrm>
          <a:prstGeom prst="rect">
            <a:avLst/>
          </a:prstGeom>
          <a:solidFill>
            <a:srgbClr val="09349C"/>
          </a:solidFill>
        </p:spPr>
        <p:txBody>
          <a:bodyPr lIns="90000" tIns="46800" rIns="90000" bIns="46800" anchor="ctr" anchorCtr="0"/>
          <a:lstStyle>
            <a:lvl1pPr algn="l">
              <a:defRPr sz="1224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Parte 1.3</a:t>
            </a:r>
          </a:p>
        </p:txBody>
      </p:sp>
      <p:sp>
        <p:nvSpPr>
          <p:cNvPr id="28" name="Marcador de texto 9">
            <a:extLst>
              <a:ext uri="{FF2B5EF4-FFF2-40B4-BE49-F238E27FC236}">
                <a16:creationId xmlns:a16="http://schemas.microsoft.com/office/drawing/2014/main" id="{9FB12E5F-B8DD-4488-875F-2FB5CC33E5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673943"/>
            <a:ext cx="6105041" cy="299063"/>
          </a:xfrm>
          <a:prstGeom prst="rect">
            <a:avLst/>
          </a:prstGeom>
          <a:solidFill>
            <a:srgbClr val="09349C"/>
          </a:solidFill>
          <a:ln>
            <a:noFill/>
          </a:ln>
        </p:spPr>
        <p:txBody>
          <a:bodyPr lIns="90000" tIns="46800" rIns="90000" bIns="46800" anchor="ctr" anchorCtr="0"/>
          <a:lstStyle>
            <a:lvl1pPr algn="l">
              <a:defRPr sz="1224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Parte 1.2</a:t>
            </a:r>
          </a:p>
        </p:txBody>
      </p:sp>
      <p:sp>
        <p:nvSpPr>
          <p:cNvPr id="27" name="Marcador de texto 9">
            <a:extLst>
              <a:ext uri="{FF2B5EF4-FFF2-40B4-BE49-F238E27FC236}">
                <a16:creationId xmlns:a16="http://schemas.microsoft.com/office/drawing/2014/main" id="{86E5C135-AE90-4AF8-BDEF-8E7DD6A9E6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9041" y="672264"/>
            <a:ext cx="6105041" cy="299063"/>
          </a:xfrm>
          <a:prstGeom prst="rect">
            <a:avLst/>
          </a:prstGeom>
          <a:solidFill>
            <a:srgbClr val="09349C"/>
          </a:solidFill>
        </p:spPr>
        <p:txBody>
          <a:bodyPr lIns="90000" tIns="46800" rIns="90000" bIns="46800" anchor="ctr" anchorCtr="0"/>
          <a:lstStyle>
            <a:lvl1pPr algn="l">
              <a:defRPr sz="1224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Parte 1.1</a:t>
            </a:r>
          </a:p>
        </p:txBody>
      </p:sp>
      <p:sp>
        <p:nvSpPr>
          <p:cNvPr id="22" name="Marcador de texto 8">
            <a:extLst>
              <a:ext uri="{FF2B5EF4-FFF2-40B4-BE49-F238E27FC236}">
                <a16:creationId xmlns:a16="http://schemas.microsoft.com/office/drawing/2014/main" id="{683F075D-7CC0-47A2-B7A8-AF01399EE1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9984" y="183033"/>
            <a:ext cx="324591" cy="327080"/>
          </a:xfrm>
          <a:blipFill>
            <a:blip/>
            <a:stretch>
              <a:fillRect/>
            </a:stretch>
          </a:blipFill>
          <a:ln>
            <a:noFill/>
          </a:ln>
        </p:spPr>
        <p:txBody>
          <a:bodyPr wrap="square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1</a:t>
            </a:r>
            <a:endParaRPr lang="es-CL"/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>
          <a:xfrm>
            <a:off x="583691" y="182456"/>
            <a:ext cx="11375050" cy="314060"/>
          </a:xfrm>
        </p:spPr>
        <p:txBody>
          <a:bodyPr vert="horz"/>
          <a:lstStyle/>
          <a:p>
            <a:r>
              <a:rPr lang="es-CO" noProof="0" err="1"/>
              <a:t>Click</a:t>
            </a:r>
            <a:r>
              <a:rPr lang="es-CO" noProof="0"/>
              <a:t> </a:t>
            </a:r>
            <a:r>
              <a:rPr lang="es-CO" noProof="0" err="1"/>
              <a:t>to</a:t>
            </a:r>
            <a:r>
              <a:rPr lang="es-CO" noProof="0"/>
              <a:t> </a:t>
            </a:r>
            <a:r>
              <a:rPr lang="es-CO" noProof="0" err="1"/>
              <a:t>edit</a:t>
            </a:r>
            <a:r>
              <a:rPr lang="es-CO" noProof="0"/>
              <a:t> Master </a:t>
            </a:r>
            <a:r>
              <a:rPr lang="es-CO" noProof="0" err="1"/>
              <a:t>title</a:t>
            </a:r>
            <a:r>
              <a:rPr lang="es-CO" noProof="0"/>
              <a:t> </a:t>
            </a:r>
            <a:r>
              <a:rPr lang="es-CO" noProof="0" err="1"/>
              <a:t>style</a:t>
            </a:r>
            <a:endParaRPr lang="es-CO" noProof="0"/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526" eaLnBrk="1"/>
            <a:endParaRPr lang="es-CO" sz="612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sp>
        <p:nvSpPr>
          <p:cNvPr id="8" name="Slide Number"/>
          <p:cNvSpPr txBox="1">
            <a:spLocks/>
          </p:cNvSpPr>
          <p:nvPr/>
        </p:nvSpPr>
        <p:spPr bwMode="gray">
          <a:xfrm>
            <a:off x="11923354" y="6563391"/>
            <a:ext cx="188093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es-CO" sz="816" smtClean="0">
                <a:solidFill>
                  <a:schemeClr val="tx2"/>
                </a:solidFill>
              </a:rPr>
              <a:pPr lvl="0"/>
              <a:t>‹Nº›</a:t>
            </a:fld>
            <a:endParaRPr lang="es-CO" sz="816">
              <a:solidFill>
                <a:schemeClr val="tx2"/>
              </a:solidFill>
            </a:endParaRPr>
          </a:p>
        </p:txBody>
      </p:sp>
      <p:pic>
        <p:nvPicPr>
          <p:cNvPr id="752101" name="Picture 1509" descr="Imagen relacionada">
            <a:extLst>
              <a:ext uri="{FF2B5EF4-FFF2-40B4-BE49-F238E27FC236}">
                <a16:creationId xmlns:a16="http://schemas.microsoft.com/office/drawing/2014/main" id="{BFFB1002-A80C-4363-A0F4-DD4C49950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404"/>
          <a:stretch/>
        </p:blipFill>
        <p:spPr bwMode="auto">
          <a:xfrm>
            <a:off x="11450503" y="6463610"/>
            <a:ext cx="350485" cy="32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501708-A5E9-43D1-9242-2827586CEB2B}"/>
              </a:ext>
            </a:extLst>
          </p:cNvPr>
          <p:cNvCxnSpPr/>
          <p:nvPr/>
        </p:nvCxnSpPr>
        <p:spPr>
          <a:xfrm>
            <a:off x="11841158" y="6478747"/>
            <a:ext cx="0" cy="29738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contenido 13">
            <a:extLst>
              <a:ext uri="{FF2B5EF4-FFF2-40B4-BE49-F238E27FC236}">
                <a16:creationId xmlns:a16="http://schemas.microsoft.com/office/drawing/2014/main" id="{3BDB0026-5344-4BAA-B652-3B9EEC5A91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61976" y="1382799"/>
            <a:ext cx="5758807" cy="2046199"/>
          </a:xfrm>
        </p:spPr>
        <p:txBody>
          <a:bodyPr/>
          <a:lstStyle>
            <a:lvl1pPr>
              <a:defRPr sz="1224"/>
            </a:lvl1pPr>
            <a:lvl2pPr>
              <a:defRPr sz="1224"/>
            </a:lvl2pPr>
            <a:lvl3pPr>
              <a:defRPr sz="1224"/>
            </a:lvl3pPr>
            <a:lvl4pPr>
              <a:defRPr sz="1224"/>
            </a:lvl4pPr>
            <a:lvl5pPr>
              <a:defRPr sz="1224"/>
            </a:lvl5pPr>
          </a:lstStyle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29" name="Marcador de contenido 13">
            <a:extLst>
              <a:ext uri="{FF2B5EF4-FFF2-40B4-BE49-F238E27FC236}">
                <a16:creationId xmlns:a16="http://schemas.microsoft.com/office/drawing/2014/main" id="{9C86348C-818F-46DB-853C-D50CD26FB9F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71218" y="1382799"/>
            <a:ext cx="5758807" cy="2040491"/>
          </a:xfrm>
        </p:spPr>
        <p:txBody>
          <a:bodyPr/>
          <a:lstStyle>
            <a:lvl1pPr>
              <a:defRPr sz="1224"/>
            </a:lvl1pPr>
            <a:lvl2pPr>
              <a:defRPr sz="1224"/>
            </a:lvl2pPr>
            <a:lvl3pPr>
              <a:defRPr sz="1224"/>
            </a:lvl3pPr>
            <a:lvl4pPr>
              <a:defRPr sz="1224"/>
            </a:lvl4pPr>
            <a:lvl5pPr>
              <a:defRPr sz="1224"/>
            </a:lvl5pPr>
          </a:lstStyle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30" name="Marcador de contenido 13">
            <a:extLst>
              <a:ext uri="{FF2B5EF4-FFF2-40B4-BE49-F238E27FC236}">
                <a16:creationId xmlns:a16="http://schemas.microsoft.com/office/drawing/2014/main" id="{95B11202-732B-4FDF-A497-C63416C71EA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61977" y="4323330"/>
            <a:ext cx="5758807" cy="2122514"/>
          </a:xfrm>
        </p:spPr>
        <p:txBody>
          <a:bodyPr/>
          <a:lstStyle>
            <a:lvl1pPr>
              <a:defRPr sz="1224"/>
            </a:lvl1pPr>
            <a:lvl2pPr>
              <a:defRPr sz="1224"/>
            </a:lvl2pPr>
            <a:lvl3pPr>
              <a:defRPr sz="1224"/>
            </a:lvl3pPr>
            <a:lvl4pPr>
              <a:defRPr sz="1224"/>
            </a:lvl4pPr>
            <a:lvl5pPr>
              <a:defRPr sz="1224"/>
            </a:lvl5pPr>
          </a:lstStyle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31" name="Marcador de contenido 13">
            <a:extLst>
              <a:ext uri="{FF2B5EF4-FFF2-40B4-BE49-F238E27FC236}">
                <a16:creationId xmlns:a16="http://schemas.microsoft.com/office/drawing/2014/main" id="{C081E378-33A7-41FC-9B05-663A1097567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71218" y="4317544"/>
            <a:ext cx="5758807" cy="2122514"/>
          </a:xfrm>
        </p:spPr>
        <p:txBody>
          <a:bodyPr/>
          <a:lstStyle>
            <a:lvl1pPr>
              <a:defRPr sz="1224"/>
            </a:lvl1pPr>
            <a:lvl2pPr>
              <a:defRPr sz="1224"/>
            </a:lvl2pPr>
            <a:lvl3pPr>
              <a:defRPr sz="1224"/>
            </a:lvl3pPr>
            <a:lvl4pPr>
              <a:defRPr sz="1224"/>
            </a:lvl4pPr>
            <a:lvl5pPr>
              <a:defRPr sz="1224"/>
            </a:lvl5pPr>
          </a:lstStyle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34" name="Marcador de texto 33">
            <a:extLst>
              <a:ext uri="{FF2B5EF4-FFF2-40B4-BE49-F238E27FC236}">
                <a16:creationId xmlns:a16="http://schemas.microsoft.com/office/drawing/2014/main" id="{8FBB9EFF-3275-4807-A812-1CE0359D9B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1449" y="1104667"/>
            <a:ext cx="5758807" cy="203162"/>
          </a:xfrm>
        </p:spPr>
        <p:txBody>
          <a:bodyPr/>
          <a:lstStyle>
            <a:lvl1pPr marL="291551" indent="-291551">
              <a:buFont typeface="Wingdings" panose="05000000000000000000" pitchFamily="2" charset="2"/>
              <a:buChar char="§"/>
              <a:defRPr sz="1224"/>
            </a:lvl1pPr>
            <a:lvl2pPr marL="198346" indent="-194673">
              <a:buFont typeface="Wingdings" panose="05000000000000000000" pitchFamily="2" charset="2"/>
              <a:buChar char="§"/>
              <a:defRPr sz="1224"/>
            </a:lvl2pPr>
            <a:lvl3pPr marL="490777" indent="-291551">
              <a:buFont typeface="Wingdings" panose="05000000000000000000" pitchFamily="2" charset="2"/>
              <a:buChar char="§"/>
              <a:defRPr sz="1224"/>
            </a:lvl3pPr>
            <a:lvl4pPr marL="628097" indent="-157942">
              <a:buFont typeface="Wingdings" panose="05000000000000000000" pitchFamily="2" charset="2"/>
              <a:buChar char="§"/>
              <a:defRPr sz="1224"/>
            </a:lvl4pPr>
            <a:lvl5pPr marL="764001" indent="-132231">
              <a:buFont typeface="Wingdings" panose="05000000000000000000" pitchFamily="2" charset="2"/>
              <a:buChar char="§"/>
              <a:defRPr sz="1224"/>
            </a:lvl5pPr>
          </a:lstStyle>
          <a:p>
            <a:pPr lvl="0"/>
            <a:r>
              <a:rPr lang="es-ES"/>
              <a:t>Contenido 1.1</a:t>
            </a:r>
            <a:endParaRPr lang="es-CL"/>
          </a:p>
        </p:txBody>
      </p:sp>
      <p:sp>
        <p:nvSpPr>
          <p:cNvPr id="36" name="Marcador de texto 33">
            <a:extLst>
              <a:ext uri="{FF2B5EF4-FFF2-40B4-BE49-F238E27FC236}">
                <a16:creationId xmlns:a16="http://schemas.microsoft.com/office/drawing/2014/main" id="{DD0E075A-4661-421A-BFC8-D6BD1AA254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71218" y="1108225"/>
            <a:ext cx="5758807" cy="203162"/>
          </a:xfrm>
        </p:spPr>
        <p:txBody>
          <a:bodyPr/>
          <a:lstStyle>
            <a:lvl1pPr marL="291551" indent="-291551">
              <a:buFont typeface="Wingdings" panose="05000000000000000000" pitchFamily="2" charset="2"/>
              <a:buChar char="§"/>
              <a:defRPr sz="1224"/>
            </a:lvl1pPr>
            <a:lvl2pPr marL="198346" indent="-194673">
              <a:buFont typeface="Wingdings" panose="05000000000000000000" pitchFamily="2" charset="2"/>
              <a:buChar char="§"/>
              <a:defRPr sz="1224"/>
            </a:lvl2pPr>
            <a:lvl3pPr marL="490777" indent="-291551">
              <a:buFont typeface="Wingdings" panose="05000000000000000000" pitchFamily="2" charset="2"/>
              <a:buChar char="§"/>
              <a:defRPr sz="1224"/>
            </a:lvl3pPr>
            <a:lvl4pPr marL="628097" indent="-157942">
              <a:buFont typeface="Wingdings" panose="05000000000000000000" pitchFamily="2" charset="2"/>
              <a:buChar char="§"/>
              <a:defRPr sz="1224"/>
            </a:lvl4pPr>
            <a:lvl5pPr marL="764001" indent="-132231">
              <a:buFont typeface="Wingdings" panose="05000000000000000000" pitchFamily="2" charset="2"/>
              <a:buChar char="§"/>
              <a:defRPr sz="1224"/>
            </a:lvl5pPr>
          </a:lstStyle>
          <a:p>
            <a:pPr lvl="0"/>
            <a:r>
              <a:rPr lang="es-ES"/>
              <a:t>Contenido 1.2</a:t>
            </a:r>
            <a:endParaRPr lang="es-CL"/>
          </a:p>
        </p:txBody>
      </p:sp>
      <p:sp>
        <p:nvSpPr>
          <p:cNvPr id="37" name="Marcador de texto 33">
            <a:extLst>
              <a:ext uri="{FF2B5EF4-FFF2-40B4-BE49-F238E27FC236}">
                <a16:creationId xmlns:a16="http://schemas.microsoft.com/office/drawing/2014/main" id="{3A36E443-07DF-4D32-9C8F-67CF4F629F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1448" y="4023241"/>
            <a:ext cx="5758807" cy="203162"/>
          </a:xfrm>
        </p:spPr>
        <p:txBody>
          <a:bodyPr/>
          <a:lstStyle>
            <a:lvl1pPr marL="291551" indent="-291551">
              <a:buFont typeface="Wingdings" panose="05000000000000000000" pitchFamily="2" charset="2"/>
              <a:buChar char="§"/>
              <a:defRPr sz="1224"/>
            </a:lvl1pPr>
            <a:lvl2pPr marL="198346" indent="-194673">
              <a:buFont typeface="Wingdings" panose="05000000000000000000" pitchFamily="2" charset="2"/>
              <a:buChar char="§"/>
              <a:defRPr sz="1224"/>
            </a:lvl2pPr>
            <a:lvl3pPr marL="490777" indent="-291551">
              <a:buFont typeface="Wingdings" panose="05000000000000000000" pitchFamily="2" charset="2"/>
              <a:buChar char="§"/>
              <a:defRPr sz="1224"/>
            </a:lvl3pPr>
            <a:lvl4pPr marL="628097" indent="-157942">
              <a:buFont typeface="Wingdings" panose="05000000000000000000" pitchFamily="2" charset="2"/>
              <a:buChar char="§"/>
              <a:defRPr sz="1224"/>
            </a:lvl4pPr>
            <a:lvl5pPr marL="764001" indent="-132231">
              <a:buFont typeface="Wingdings" panose="05000000000000000000" pitchFamily="2" charset="2"/>
              <a:buChar char="§"/>
              <a:defRPr sz="1224"/>
            </a:lvl5pPr>
          </a:lstStyle>
          <a:p>
            <a:pPr lvl="0"/>
            <a:r>
              <a:rPr lang="es-ES"/>
              <a:t>Contenido 1.3</a:t>
            </a:r>
            <a:endParaRPr lang="es-CL"/>
          </a:p>
        </p:txBody>
      </p:sp>
      <p:sp>
        <p:nvSpPr>
          <p:cNvPr id="38" name="Marcador de texto 33">
            <a:extLst>
              <a:ext uri="{FF2B5EF4-FFF2-40B4-BE49-F238E27FC236}">
                <a16:creationId xmlns:a16="http://schemas.microsoft.com/office/drawing/2014/main" id="{378CEF2D-656C-45B6-82A1-88B1B4611B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69116" y="4023241"/>
            <a:ext cx="5758807" cy="203162"/>
          </a:xfrm>
        </p:spPr>
        <p:txBody>
          <a:bodyPr/>
          <a:lstStyle>
            <a:lvl1pPr marL="291551" indent="-291551">
              <a:buFont typeface="Wingdings" panose="05000000000000000000" pitchFamily="2" charset="2"/>
              <a:buChar char="§"/>
              <a:defRPr sz="1224"/>
            </a:lvl1pPr>
            <a:lvl2pPr marL="198346" indent="-194673">
              <a:buFont typeface="Wingdings" panose="05000000000000000000" pitchFamily="2" charset="2"/>
              <a:buChar char="§"/>
              <a:defRPr sz="1224"/>
            </a:lvl2pPr>
            <a:lvl3pPr marL="490777" indent="-291551">
              <a:buFont typeface="Wingdings" panose="05000000000000000000" pitchFamily="2" charset="2"/>
              <a:buChar char="§"/>
              <a:defRPr sz="1224"/>
            </a:lvl3pPr>
            <a:lvl4pPr marL="628097" indent="-157942">
              <a:buFont typeface="Wingdings" panose="05000000000000000000" pitchFamily="2" charset="2"/>
              <a:buChar char="§"/>
              <a:defRPr sz="1224"/>
            </a:lvl4pPr>
            <a:lvl5pPr marL="764001" indent="-132231">
              <a:buFont typeface="Wingdings" panose="05000000000000000000" pitchFamily="2" charset="2"/>
              <a:buChar char="§"/>
              <a:defRPr sz="1224"/>
            </a:lvl5pPr>
          </a:lstStyle>
          <a:p>
            <a:pPr lvl="0"/>
            <a:r>
              <a:rPr lang="es-ES"/>
              <a:t>Contenido 1.4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2743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50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anda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 userDrawn="1"/>
        </p:nvSpPr>
        <p:spPr>
          <a:xfrm>
            <a:off x="11650996" y="6421809"/>
            <a:ext cx="417173" cy="246203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fld id="{260E2A6B-A809-4840-BF14-8648BC0BDF87}" type="slidenum">
              <a:rPr lang="id-ID" sz="1000" smtClean="0">
                <a:solidFill>
                  <a:schemeClr val="tx1"/>
                </a:solidFill>
                <a:latin typeface="Century Gothic" panose="020B0502020202020204" pitchFamily="34" charset="0"/>
                <a:cs typeface="Calibri Light"/>
              </a:rPr>
              <a:pPr/>
              <a:t>‹Nº›</a:t>
            </a:fld>
            <a:endParaRPr lang="id-ID" sz="1000">
              <a:solidFill>
                <a:schemeClr val="tx1"/>
              </a:solidFill>
              <a:latin typeface="Century Gothic" panose="020B0502020202020204" pitchFamily="34" charset="0"/>
              <a:cs typeface="Calibri Ligh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8955D16-767F-C942-94D0-C8BB87EA25A9}"/>
              </a:ext>
            </a:extLst>
          </p:cNvPr>
          <p:cNvSpPr/>
          <p:nvPr userDrawn="1"/>
        </p:nvSpPr>
        <p:spPr>
          <a:xfrm>
            <a:off x="0" y="4848447"/>
            <a:ext cx="5158134" cy="2009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9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1DC5C1-B446-034A-9ED8-53B2C6CABE9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3977" y="0"/>
            <a:ext cx="2312882" cy="1178968"/>
          </a:xfrm>
          <a:prstGeom prst="rect">
            <a:avLst/>
          </a:prstGeom>
        </p:spPr>
      </p:pic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1B2282D9-37C8-4642-8022-24FC5AD5E8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856" y="1606196"/>
            <a:ext cx="5391760" cy="11805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latin typeface="Century Gothic" panose="020B0502020202020204" pitchFamily="34" charset="0"/>
              </a:defRPr>
            </a:lvl1pPr>
          </a:lstStyle>
          <a:p>
            <a:r>
              <a:rPr lang="es-ES"/>
              <a:t>EDITAR LOS ESTILOS DE TEXTO DEL PATRÓN</a:t>
            </a:r>
            <a:endParaRPr lang="es-CL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6FE05A51-2CE5-8C43-A5FB-01F9FEBCF8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7493" y="2966244"/>
            <a:ext cx="5391760" cy="3051969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003589"/>
              </a:buClr>
              <a:buFont typeface="+mj-lt"/>
              <a:buAutoNum type="arabicPeriod"/>
              <a:defRPr sz="200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9777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74C070A-3861-4A77-8621-434C6A702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ADFB-B981-45FF-9AF7-D953847DC77F}" type="datetime1">
              <a:rPr lang="es-CL" smtClean="0"/>
              <a:t>26-01-2026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D24040A-ABD2-48EE-A9AC-4E21570E6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F6E1F9-7C8D-43C5-800C-586A8C99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2E45-0941-4C8B-8065-536E1BA206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89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A6414-8321-4460-9794-D34A9488D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C48013-42A6-4250-8A62-D631AF5A7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D26C9D-5EDE-443C-8D09-E204BE2AB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0FDE2-AEC7-45A2-A936-35F5E202B393}" type="datetime1">
              <a:rPr lang="es-CL" smtClean="0"/>
              <a:t>26-01-2026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CCF056-A002-40F6-AE72-8E93F1E16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824317-7C9A-4C6C-86F1-40477A66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457A-E415-4DFF-8CF2-F35E55664C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000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F4038-A287-0BCF-DF56-FFFC484C1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B05157-A571-0393-39EF-9D94E2F40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45A13D-5666-C666-DF0A-FD69FBDE4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74BF-49F3-41BA-9A74-E3B658D23585}" type="datetime1">
              <a:rPr lang="es-CL" smtClean="0"/>
              <a:t>26-01-2026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723DC8-A739-F3E6-A4D2-F928D309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F3BA3A-567B-BEE7-D5C1-6A62E895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C3B2-0587-4DFD-B18A-322E1A0B66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024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F4038-A287-0BCF-DF56-FFFC484C1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B05157-A571-0393-39EF-9D94E2F40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45A13D-5666-C666-DF0A-FD69FBDE4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74BF-49F3-41BA-9A74-E3B658D23585}" type="datetime1">
              <a:rPr lang="es-CL" smtClean="0"/>
              <a:t>26-01-2026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723DC8-A739-F3E6-A4D2-F928D309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F3BA3A-567B-BEE7-D5C1-6A62E895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C3B2-0587-4DFD-B18A-322E1A0B66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828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26" Type="http://schemas.openxmlformats.org/officeDocument/2006/relationships/tags" Target="../tags/tag15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0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17" Type="http://schemas.openxmlformats.org/officeDocument/2006/relationships/tags" Target="../tags/tag6.xml"/><Relationship Id="rId25" Type="http://schemas.openxmlformats.org/officeDocument/2006/relationships/tags" Target="../tags/tag1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24" Type="http://schemas.openxmlformats.org/officeDocument/2006/relationships/tags" Target="../tags/tag13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23" Type="http://schemas.openxmlformats.org/officeDocument/2006/relationships/tags" Target="../tags/tag12.xml"/><Relationship Id="rId28" Type="http://schemas.openxmlformats.org/officeDocument/2006/relationships/tags" Target="../tags/tag17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Relationship Id="rId22" Type="http://schemas.openxmlformats.org/officeDocument/2006/relationships/tags" Target="../tags/tag11.xml"/><Relationship Id="rId27" Type="http://schemas.openxmlformats.org/officeDocument/2006/relationships/tags" Target="../tags/tag16.xml"/><Relationship Id="rId30" Type="http://schemas.openxmlformats.org/officeDocument/2006/relationships/image" Target="NUL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29" imgW="270" imgH="270" progId="TCLayout.ActiveDocument.1">
                  <p:embed/>
                </p:oleObj>
              </mc:Choice>
              <mc:Fallback>
                <p:oleObj name="Diapositiva de think-cell" r:id="rId29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215979" cy="16197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2176" b="0" i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gray">
          <a:xfrm>
            <a:off x="161987" y="234865"/>
            <a:ext cx="11725484" cy="314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latinLnBrk="0"/>
            <a:endParaRPr lang="es-CO" noProof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gray">
          <a:xfrm>
            <a:off x="161985" y="77303"/>
            <a:ext cx="511939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s-CO" sz="816" cap="all" baseline="0" noProof="0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gray">
          <a:xfrm>
            <a:off x="161987" y="566136"/>
            <a:ext cx="11725484" cy="25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s-CO" sz="1632" baseline="0" noProof="0">
                <a:solidFill>
                  <a:schemeClr val="accent6"/>
                </a:solidFill>
                <a:latin typeface="+mn-lt"/>
                <a:ea typeface="+mn-ea"/>
              </a:rPr>
              <a:t>Subtitle</a:t>
            </a:r>
          </a:p>
        </p:txBody>
      </p:sp>
      <p:sp>
        <p:nvSpPr>
          <p:cNvPr id="13" name="4. Footnote" hidden="1"/>
          <p:cNvSpPr txBox="1">
            <a:spLocks noChangeArrowheads="1"/>
          </p:cNvSpPr>
          <p:nvPr/>
        </p:nvSpPr>
        <p:spPr bwMode="gray">
          <a:xfrm>
            <a:off x="161985" y="6432273"/>
            <a:ext cx="11630454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marL="104775" indent="-104775"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10318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217613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404938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87465" indent="-87465">
              <a:defRPr/>
            </a:pPr>
            <a:r>
              <a:rPr lang="es-CO" sz="816" baseline="0" noProof="0">
                <a:solidFill>
                  <a:schemeClr val="accent6"/>
                </a:solidFill>
                <a:latin typeface="+mn-lt"/>
                <a:ea typeface="+mn-ea"/>
              </a:rPr>
              <a:t>1 Footnote</a:t>
            </a:r>
          </a:p>
        </p:txBody>
      </p:sp>
      <p:sp>
        <p:nvSpPr>
          <p:cNvPr id="14" name="5. Source" hidden="1"/>
          <p:cNvSpPr>
            <a:spLocks noChangeArrowheads="1"/>
          </p:cNvSpPr>
          <p:nvPr/>
        </p:nvSpPr>
        <p:spPr bwMode="gray">
          <a:xfrm>
            <a:off x="161985" y="6637982"/>
            <a:ext cx="10155320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503735" indent="-503735" defTabSz="1218095">
              <a:tabLst/>
            </a:pPr>
            <a:r>
              <a:rPr lang="es-CO" sz="816" baseline="0" noProof="0">
                <a:solidFill>
                  <a:schemeClr val="accent6"/>
                </a:solidFill>
                <a:latin typeface="+mn-lt"/>
                <a:ea typeface="+mn-ea"/>
              </a:rPr>
              <a:t>SOURCE: Source</a:t>
            </a:r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gray">
          <a:xfrm>
            <a:off x="1976207" y="1270343"/>
            <a:ext cx="5801188" cy="531276"/>
            <a:chOff x="915" y="702"/>
            <a:chExt cx="2686" cy="328"/>
          </a:xfrm>
        </p:grpSpPr>
        <p:cxnSp>
          <p:nvCxnSpPr>
            <p:cNvPr id="16" name="AutoShape 249"/>
            <p:cNvCxnSpPr>
              <a:cxnSpLocks noChangeShapeType="1"/>
              <a:stCxn id="18" idx="4"/>
              <a:endCxn id="18" idx="6"/>
            </p:cNvCxnSpPr>
            <p:nvPr/>
          </p:nvCxnSpPr>
          <p:spPr bwMode="gray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AutoShape 250"/>
            <p:cNvSpPr>
              <a:spLocks noChangeArrowheads="1"/>
            </p:cNvSpPr>
            <p:nvPr/>
          </p:nvSpPr>
          <p:spPr bwMode="gray">
            <a:xfrm>
              <a:off x="915" y="702"/>
              <a:ext cx="2686" cy="32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s-CO" sz="1632" b="1" baseline="0" noProof="0">
                  <a:latin typeface="+mn-lt"/>
                  <a:ea typeface="+mn-ea"/>
                </a:rPr>
                <a:t>Title</a:t>
              </a:r>
            </a:p>
            <a:p>
              <a:r>
                <a:rPr lang="es-CO" sz="1632" baseline="0" noProof="0">
                  <a:solidFill>
                    <a:schemeClr val="accent6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grpSp>
        <p:nvGrpSpPr>
          <p:cNvPr id="17" name="Sticker" hidden="1"/>
          <p:cNvGrpSpPr/>
          <p:nvPr/>
        </p:nvGrpSpPr>
        <p:grpSpPr bwMode="gray">
          <a:xfrm>
            <a:off x="11394692" y="291554"/>
            <a:ext cx="492770" cy="156360"/>
            <a:chOff x="8378576" y="285750"/>
            <a:chExt cx="362199" cy="153247"/>
          </a:xfrm>
        </p:grpSpPr>
        <p:sp>
          <p:nvSpPr>
            <p:cNvPr id="20" name="StickerRectangle"/>
            <p:cNvSpPr>
              <a:spLocks noChangeArrowheads="1"/>
            </p:cNvSpPr>
            <p:nvPr/>
          </p:nvSpPr>
          <p:spPr bwMode="gray">
            <a:xfrm>
              <a:off x="8378576" y="285750"/>
              <a:ext cx="362199" cy="15324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1218095">
                <a:buClr>
                  <a:schemeClr val="tx2"/>
                </a:buClr>
              </a:pPr>
              <a:r>
                <a:rPr lang="es-CO" sz="816" baseline="0">
                  <a:solidFill>
                    <a:schemeClr val="accent6"/>
                  </a:solidFill>
                  <a:latin typeface="+mn-lt"/>
                  <a:ea typeface="+mn-ea"/>
                </a:rPr>
                <a:t>STICKER</a:t>
              </a:r>
            </a:p>
          </p:txBody>
        </p:sp>
        <p:cxnSp>
          <p:nvCxnSpPr>
            <p:cNvPr id="21" name="AutoShape 31"/>
            <p:cNvCxnSpPr>
              <a:cxnSpLocks noChangeShapeType="1"/>
              <a:stCxn id="20" idx="2"/>
              <a:endCxn id="20" idx="4"/>
            </p:cNvCxnSpPr>
            <p:nvPr/>
          </p:nvCxnSpPr>
          <p:spPr bwMode="gray">
            <a:xfrm>
              <a:off x="8378576" y="285750"/>
              <a:ext cx="0" cy="153247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32"/>
            <p:cNvCxnSpPr>
              <a:cxnSpLocks noChangeShapeType="1"/>
              <a:stCxn id="20" idx="4"/>
              <a:endCxn id="20" idx="6"/>
            </p:cNvCxnSpPr>
            <p:nvPr/>
          </p:nvCxnSpPr>
          <p:spPr bwMode="gray">
            <a:xfrm>
              <a:off x="8378576" y="438997"/>
              <a:ext cx="362199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SlideBottomBar" hidden="1"/>
          <p:cNvSpPr/>
          <p:nvPr/>
        </p:nvSpPr>
        <p:spPr>
          <a:xfrm>
            <a:off x="12003218" y="6639739"/>
            <a:ext cx="46648" cy="12634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s-CO" sz="1837" baseline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" name="doc id" hidden="1"/>
          <p:cNvSpPr>
            <a:spLocks noChangeArrowheads="1"/>
          </p:cNvSpPr>
          <p:nvPr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526" eaLnBrk="1"/>
            <a:endParaRPr lang="es-CO" sz="612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grpSp>
        <p:nvGrpSpPr>
          <p:cNvPr id="25" name="LegendBoxes" hidden="1"/>
          <p:cNvGrpSpPr/>
          <p:nvPr/>
        </p:nvGrpSpPr>
        <p:grpSpPr bwMode="gray">
          <a:xfrm>
            <a:off x="11108191" y="285075"/>
            <a:ext cx="789093" cy="1021522"/>
            <a:chOff x="7835905" y="279400"/>
            <a:chExt cx="773373" cy="1001186"/>
          </a:xfrm>
        </p:grpSpPr>
        <p:sp>
          <p:nvSpPr>
            <p:cNvPr id="26" name="RectangleLegend1"/>
            <p:cNvSpPr>
              <a:spLocks noChangeArrowheads="1"/>
            </p:cNvSpPr>
            <p:nvPr/>
          </p:nvSpPr>
          <p:spPr bwMode="gray">
            <a:xfrm>
              <a:off x="7835905" y="290513"/>
              <a:ext cx="165100" cy="1603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s-CO" sz="1837" baseline="0">
                <a:latin typeface="+mn-lt"/>
                <a:ea typeface="+mn-ea"/>
              </a:endParaRPr>
            </a:p>
          </p:txBody>
        </p:sp>
        <p:sp>
          <p:nvSpPr>
            <p:cNvPr id="27" name="RectangleLegend2"/>
            <p:cNvSpPr>
              <a:spLocks noChangeArrowheads="1"/>
            </p:cNvSpPr>
            <p:nvPr/>
          </p:nvSpPr>
          <p:spPr bwMode="gray">
            <a:xfrm>
              <a:off x="7835905" y="560388"/>
              <a:ext cx="165100" cy="16033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s-CO" sz="1837" baseline="0">
                <a:latin typeface="+mn-lt"/>
                <a:ea typeface="+mn-ea"/>
              </a:endParaRPr>
            </a:p>
          </p:txBody>
        </p:sp>
        <p:sp>
          <p:nvSpPr>
            <p:cNvPr id="28" name="RectangleLegend3"/>
            <p:cNvSpPr>
              <a:spLocks noChangeArrowheads="1"/>
            </p:cNvSpPr>
            <p:nvPr/>
          </p:nvSpPr>
          <p:spPr bwMode="gray">
            <a:xfrm>
              <a:off x="7835905" y="831851"/>
              <a:ext cx="165100" cy="160338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s-CO" sz="1837" baseline="0">
                <a:latin typeface="+mn-lt"/>
                <a:ea typeface="+mn-ea"/>
              </a:endParaRPr>
            </a:p>
          </p:txBody>
        </p:sp>
        <p:sp>
          <p:nvSpPr>
            <p:cNvPr id="29" name="RectangleLegend4"/>
            <p:cNvSpPr>
              <a:spLocks noChangeArrowheads="1"/>
            </p:cNvSpPr>
            <p:nvPr/>
          </p:nvSpPr>
          <p:spPr bwMode="gray">
            <a:xfrm>
              <a:off x="7835905" y="1103313"/>
              <a:ext cx="165100" cy="160338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s-CO" sz="1837" baseline="0">
                <a:latin typeface="+mn-lt"/>
                <a:ea typeface="+mn-ea"/>
              </a:endParaRPr>
            </a:p>
          </p:txBody>
        </p:sp>
        <p:sp>
          <p:nvSpPr>
            <p:cNvPr id="30" name="Legend1"/>
            <p:cNvSpPr>
              <a:spLocks noChangeArrowheads="1"/>
            </p:cNvSpPr>
            <p:nvPr/>
          </p:nvSpPr>
          <p:spPr bwMode="gray">
            <a:xfrm>
              <a:off x="8089905" y="27940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s-CO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1" name="Legend2"/>
            <p:cNvSpPr>
              <a:spLocks noChangeArrowheads="1"/>
            </p:cNvSpPr>
            <p:nvPr/>
          </p:nvSpPr>
          <p:spPr bwMode="gray">
            <a:xfrm>
              <a:off x="8089905" y="549275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s-CO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2" name="Legend3"/>
            <p:cNvSpPr>
              <a:spLocks noChangeArrowheads="1"/>
            </p:cNvSpPr>
            <p:nvPr/>
          </p:nvSpPr>
          <p:spPr bwMode="gray">
            <a:xfrm>
              <a:off x="8089905" y="820738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s-CO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3" name="Legend4"/>
            <p:cNvSpPr>
              <a:spLocks noChangeArrowheads="1"/>
            </p:cNvSpPr>
            <p:nvPr/>
          </p:nvSpPr>
          <p:spPr bwMode="gray">
            <a:xfrm>
              <a:off x="8089905" y="1092201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s-CO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34" name="LegendLines" hidden="1"/>
          <p:cNvGrpSpPr/>
          <p:nvPr/>
        </p:nvGrpSpPr>
        <p:grpSpPr bwMode="gray">
          <a:xfrm>
            <a:off x="10794126" y="285075"/>
            <a:ext cx="1103328" cy="749405"/>
            <a:chOff x="7540629" y="279400"/>
            <a:chExt cx="1081348" cy="734486"/>
          </a:xfrm>
        </p:grpSpPr>
        <p:sp>
          <p:nvSpPr>
            <p:cNvPr id="35" name="LineLegend1"/>
            <p:cNvSpPr>
              <a:spLocks noChangeShapeType="1"/>
            </p:cNvSpPr>
            <p:nvPr/>
          </p:nvSpPr>
          <p:spPr bwMode="gray">
            <a:xfrm>
              <a:off x="7540629" y="3698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/>
              <a:endParaRPr lang="es-CO" sz="1837" baseline="0">
                <a:latin typeface="+mn-lt"/>
                <a:ea typeface="+mn-ea"/>
              </a:endParaRPr>
            </a:p>
          </p:txBody>
        </p:sp>
        <p:sp>
          <p:nvSpPr>
            <p:cNvPr id="36" name="LineLegend2"/>
            <p:cNvSpPr>
              <a:spLocks noChangeShapeType="1"/>
            </p:cNvSpPr>
            <p:nvPr/>
          </p:nvSpPr>
          <p:spPr bwMode="gray">
            <a:xfrm>
              <a:off x="7540629" y="638175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/>
              <a:endParaRPr lang="es-CO" sz="1837" baseline="0">
                <a:latin typeface="+mn-lt"/>
                <a:ea typeface="+mn-ea"/>
              </a:endParaRPr>
            </a:p>
          </p:txBody>
        </p:sp>
        <p:sp>
          <p:nvSpPr>
            <p:cNvPr id="37" name="LineLegend3"/>
            <p:cNvSpPr>
              <a:spLocks noChangeShapeType="1"/>
            </p:cNvSpPr>
            <p:nvPr/>
          </p:nvSpPr>
          <p:spPr bwMode="gray">
            <a:xfrm>
              <a:off x="7540629" y="9159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/>
              <a:endParaRPr lang="es-CO" sz="1837" baseline="0">
                <a:latin typeface="+mn-lt"/>
                <a:ea typeface="+mn-ea"/>
              </a:endParaRPr>
            </a:p>
          </p:txBody>
        </p:sp>
        <p:sp>
          <p:nvSpPr>
            <p:cNvPr id="38" name="Legend1"/>
            <p:cNvSpPr>
              <a:spLocks noChangeArrowheads="1"/>
            </p:cNvSpPr>
            <p:nvPr/>
          </p:nvSpPr>
          <p:spPr bwMode="gray">
            <a:xfrm>
              <a:off x="8102604" y="27940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s-CO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9" name="Legend2"/>
            <p:cNvSpPr>
              <a:spLocks noChangeArrowheads="1"/>
            </p:cNvSpPr>
            <p:nvPr/>
          </p:nvSpPr>
          <p:spPr bwMode="gray">
            <a:xfrm>
              <a:off x="8102604" y="54610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s-CO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0" name="Legend3"/>
            <p:cNvSpPr>
              <a:spLocks noChangeArrowheads="1"/>
            </p:cNvSpPr>
            <p:nvPr/>
          </p:nvSpPr>
          <p:spPr bwMode="gray">
            <a:xfrm>
              <a:off x="8102604" y="825501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s-CO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41" name="LegendMoons" hidden="1"/>
          <p:cNvGrpSpPr/>
          <p:nvPr/>
        </p:nvGrpSpPr>
        <p:grpSpPr bwMode="gray">
          <a:xfrm>
            <a:off x="11040160" y="255920"/>
            <a:ext cx="857123" cy="1333054"/>
            <a:chOff x="7769225" y="250825"/>
            <a:chExt cx="840048" cy="1306516"/>
          </a:xfrm>
        </p:grpSpPr>
        <p:grpSp>
          <p:nvGrpSpPr>
            <p:cNvPr id="42" name="MoonLegend1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gray">
            <a:xfrm>
              <a:off x="7769225" y="250825"/>
              <a:ext cx="209550" cy="209551"/>
              <a:chOff x="4533" y="183"/>
              <a:chExt cx="144" cy="144"/>
            </a:xfrm>
          </p:grpSpPr>
          <p:sp>
            <p:nvSpPr>
              <p:cNvPr id="60" name="Oval 38"/>
              <p:cNvSpPr>
                <a:spLocks noChangeAspect="1" noChangeArrowheads="1"/>
              </p:cNvSpPr>
              <p:nvPr>
                <p:custDataLst>
                  <p:tags r:id="rId27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1837" baseline="0">
                  <a:latin typeface="+mn-lt"/>
                  <a:ea typeface="+mn-ea"/>
                </a:endParaRPr>
              </a:p>
            </p:txBody>
          </p:sp>
          <p:sp>
            <p:nvSpPr>
              <p:cNvPr id="61" name="Arc 39"/>
              <p:cNvSpPr>
                <a:spLocks noChangeAspect="1"/>
              </p:cNvSpPr>
              <p:nvPr>
                <p:custDataLst>
                  <p:tags r:id="rId28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1837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3" name="MoonLegend2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gray">
            <a:xfrm>
              <a:off x="7769225" y="525066"/>
              <a:ext cx="209550" cy="209551"/>
              <a:chOff x="1694" y="2044"/>
              <a:chExt cx="160" cy="160"/>
            </a:xfrm>
          </p:grpSpPr>
          <p:sp>
            <p:nvSpPr>
              <p:cNvPr id="58" name="Oval 41"/>
              <p:cNvSpPr>
                <a:spLocks noChangeAspect="1" noChangeArrowheads="1"/>
              </p:cNvSpPr>
              <p:nvPr>
                <p:custDataLst>
                  <p:tags r:id="rId25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1837" baseline="0">
                  <a:latin typeface="+mn-lt"/>
                  <a:ea typeface="+mn-ea"/>
                </a:endParaRPr>
              </a:p>
            </p:txBody>
          </p:sp>
          <p:sp>
            <p:nvSpPr>
              <p:cNvPr id="59" name="Arc 42"/>
              <p:cNvSpPr>
                <a:spLocks noChangeAspect="1"/>
              </p:cNvSpPr>
              <p:nvPr>
                <p:custDataLst>
                  <p:tags r:id="rId26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1837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4" name="MoonLegend4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gray">
            <a:xfrm>
              <a:off x="7769225" y="1073548"/>
              <a:ext cx="209550" cy="209551"/>
              <a:chOff x="4495" y="1198"/>
              <a:chExt cx="160" cy="160"/>
            </a:xfrm>
          </p:grpSpPr>
          <p:sp>
            <p:nvSpPr>
              <p:cNvPr id="56" name="Oval 47"/>
              <p:cNvSpPr>
                <a:spLocks noChangeAspect="1" noChangeArrowheads="1"/>
              </p:cNvSpPr>
              <p:nvPr>
                <p:custDataLst>
                  <p:tags r:id="rId23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1837" baseline="0">
                  <a:latin typeface="+mn-lt"/>
                  <a:ea typeface="+mn-ea"/>
                </a:endParaRPr>
              </a:p>
            </p:txBody>
          </p:sp>
          <p:sp>
            <p:nvSpPr>
              <p:cNvPr id="57" name="Arc 48"/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1837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5" name="MoonLegend5"/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 bwMode="gray">
            <a:xfrm>
              <a:off x="7769225" y="1347790"/>
              <a:ext cx="209550" cy="209551"/>
              <a:chOff x="4495" y="1440"/>
              <a:chExt cx="160" cy="160"/>
            </a:xfrm>
          </p:grpSpPr>
          <p:sp>
            <p:nvSpPr>
              <p:cNvPr id="54" name="Oval 50"/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1837" baseline="0">
                  <a:latin typeface="+mn-lt"/>
                  <a:ea typeface="+mn-ea"/>
                </a:endParaRPr>
              </a:p>
            </p:txBody>
          </p:sp>
          <p:sp>
            <p:nvSpPr>
              <p:cNvPr id="55" name="Oval 51"/>
              <p:cNvSpPr>
                <a:spLocks noChangeAspect="1" noChangeArrowheads="1"/>
              </p:cNvSpPr>
              <p:nvPr>
                <p:custDataLst>
                  <p:tags r:id="rId22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1837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6" name="MoonLegend3"/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 bwMode="gray">
            <a:xfrm>
              <a:off x="7769225" y="799307"/>
              <a:ext cx="209550" cy="209551"/>
              <a:chOff x="4495" y="1198"/>
              <a:chExt cx="160" cy="160"/>
            </a:xfrm>
          </p:grpSpPr>
          <p:sp>
            <p:nvSpPr>
              <p:cNvPr id="52" name="Oval 47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1837" baseline="0">
                  <a:latin typeface="+mn-lt"/>
                  <a:ea typeface="+mn-ea"/>
                </a:endParaRPr>
              </a:p>
            </p:txBody>
          </p:sp>
          <p:sp>
            <p:nvSpPr>
              <p:cNvPr id="53" name="Arc 48"/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1837" baseline="0">
                  <a:latin typeface="+mn-lt"/>
                  <a:ea typeface="+mn-ea"/>
                </a:endParaRPr>
              </a:p>
            </p:txBody>
          </p:sp>
        </p:grpSp>
        <p:sp>
          <p:nvSpPr>
            <p:cNvPr id="47" name="Legend1"/>
            <p:cNvSpPr>
              <a:spLocks noChangeArrowheads="1"/>
            </p:cNvSpPr>
            <p:nvPr/>
          </p:nvSpPr>
          <p:spPr bwMode="gray">
            <a:xfrm>
              <a:off x="8089900" y="263525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s-CO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8" name="Legend2"/>
            <p:cNvSpPr>
              <a:spLocks noChangeArrowheads="1"/>
            </p:cNvSpPr>
            <p:nvPr/>
          </p:nvSpPr>
          <p:spPr bwMode="gray">
            <a:xfrm>
              <a:off x="8089900" y="538163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s-CO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9" name="Legend3"/>
            <p:cNvSpPr>
              <a:spLocks noChangeArrowheads="1"/>
            </p:cNvSpPr>
            <p:nvPr/>
          </p:nvSpPr>
          <p:spPr bwMode="gray">
            <a:xfrm>
              <a:off x="8089900" y="812802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s-CO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50" name="Legend4"/>
            <p:cNvSpPr>
              <a:spLocks noChangeArrowheads="1"/>
            </p:cNvSpPr>
            <p:nvPr/>
          </p:nvSpPr>
          <p:spPr bwMode="gray">
            <a:xfrm>
              <a:off x="8089900" y="1084265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s-CO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51" name="Legend5"/>
            <p:cNvSpPr>
              <a:spLocks noChangeArrowheads="1"/>
            </p:cNvSpPr>
            <p:nvPr/>
          </p:nvSpPr>
          <p:spPr bwMode="gray">
            <a:xfrm>
              <a:off x="8089900" y="136049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s-CO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sp>
        <p:nvSpPr>
          <p:cNvPr id="62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482091" y="1991015"/>
            <a:ext cx="4389573" cy="14440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latinLnBrk="0"/>
            <a:r>
              <a:rPr lang="es-CO"/>
              <a:t>Click to edit Master text styles</a:t>
            </a:r>
          </a:p>
          <a:p>
            <a:pPr lvl="1" latinLnBrk="0"/>
            <a:r>
              <a:rPr lang="es-CO"/>
              <a:t>Second level</a:t>
            </a:r>
          </a:p>
          <a:p>
            <a:pPr lvl="2" latinLnBrk="0"/>
            <a:r>
              <a:rPr lang="es-CO"/>
              <a:t>Third level</a:t>
            </a:r>
          </a:p>
          <a:p>
            <a:pPr lvl="3" latinLnBrk="0"/>
            <a:r>
              <a:rPr lang="es-CO"/>
              <a:t>Fourth level</a:t>
            </a:r>
          </a:p>
          <a:p>
            <a:pPr lvl="4" latinLnBrk="0"/>
            <a:r>
              <a:rPr lang="es-CO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269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l" defTabSz="1218095" rtl="0" eaLnBrk="1" fontAlgn="base" hangingPunct="1">
        <a:spcBef>
          <a:spcPct val="0"/>
        </a:spcBef>
        <a:spcAft>
          <a:spcPct val="0"/>
        </a:spcAft>
        <a:tabLst>
          <a:tab pos="367156" algn="l"/>
        </a:tabLst>
        <a:defRPr sz="2041" b="0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2pPr>
      <a:lvl3pPr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3pPr>
      <a:lvl4pPr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4pPr>
      <a:lvl5pPr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5pPr>
      <a:lvl6pPr marL="622005"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6pPr>
      <a:lvl7pPr marL="1244012"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7pPr>
      <a:lvl8pPr marL="1866017"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8pPr>
      <a:lvl9pPr marL="2488024"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lang="en-US" sz="1632" baseline="0" dirty="0">
          <a:solidFill>
            <a:schemeClr val="tx1"/>
          </a:solidFill>
          <a:latin typeface="+mn-lt"/>
          <a:ea typeface="+mn-ea"/>
          <a:cs typeface="+mn-cs"/>
        </a:defRPr>
      </a:lvl1pPr>
      <a:lvl2pPr marL="198346" indent="-194673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lang="en-US" sz="1632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490777" indent="-291551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lang="en-US" sz="1632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628097" indent="-157942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lang="en-US" sz="1632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64001" indent="-132231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en-US" sz="1632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1020090" indent="-177099" algn="l" defTabSz="1218095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6pPr>
      <a:lvl7pPr marL="1020090" indent="-177099" algn="l" defTabSz="1218095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7pPr>
      <a:lvl8pPr marL="1020090" indent="-177099" algn="l" defTabSz="1218095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8pPr>
      <a:lvl9pPr marL="1020090" indent="-177099" algn="l" defTabSz="1218095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1pPr>
      <a:lvl2pPr marL="622005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2pPr>
      <a:lvl3pPr marL="1244012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3pPr>
      <a:lvl4pPr marL="1866017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4pPr>
      <a:lvl5pPr marL="2488024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5pPr>
      <a:lvl6pPr marL="3110029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6pPr>
      <a:lvl7pPr marL="3732036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7pPr>
      <a:lvl8pPr marL="4354041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8pPr>
      <a:lvl9pPr marL="4976048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edificio, verde, tren, viejo&#10;&#10;Descripción generada automáticamente">
            <a:extLst>
              <a:ext uri="{FF2B5EF4-FFF2-40B4-BE49-F238E27FC236}">
                <a16:creationId xmlns:a16="http://schemas.microsoft.com/office/drawing/2014/main" id="{B4DF775A-95A7-219B-6AD6-22180D9D67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4" t="900" r="19750" b="10550"/>
          <a:stretch/>
        </p:blipFill>
        <p:spPr>
          <a:xfrm>
            <a:off x="1588" y="894"/>
            <a:ext cx="6995124" cy="6856213"/>
          </a:xfrm>
          <a:prstGeom prst="rect">
            <a:avLst/>
          </a:prstGeom>
        </p:spPr>
      </p:pic>
      <p:pic>
        <p:nvPicPr>
          <p:cNvPr id="10" name="Imagen 9" descr="Texto, Logotipo&#10;&#10;Descripción generada automáticamente">
            <a:extLst>
              <a:ext uri="{FF2B5EF4-FFF2-40B4-BE49-F238E27FC236}">
                <a16:creationId xmlns:a16="http://schemas.microsoft.com/office/drawing/2014/main" id="{9E3FB09A-D917-5528-8D32-CC60A3993A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9" y="540134"/>
            <a:ext cx="2442423" cy="882074"/>
          </a:xfrm>
          <a:prstGeom prst="rect">
            <a:avLst/>
          </a:prstGeom>
        </p:spPr>
      </p:pic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F3C2EEC2-BA2A-0FC5-C66A-C8BAAD266D8E}"/>
              </a:ext>
            </a:extLst>
          </p:cNvPr>
          <p:cNvSpPr/>
          <p:nvPr/>
        </p:nvSpPr>
        <p:spPr>
          <a:xfrm>
            <a:off x="3317970" y="4453689"/>
            <a:ext cx="9472212" cy="997679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38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41568FC-C8A5-4DAD-2E54-430C5ED3C097}"/>
              </a:ext>
            </a:extLst>
          </p:cNvPr>
          <p:cNvSpPr txBox="1"/>
          <p:nvPr/>
        </p:nvSpPr>
        <p:spPr>
          <a:xfrm>
            <a:off x="3938029" y="4391820"/>
            <a:ext cx="8232093" cy="1077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5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bold italic" panose="02000500000000090000" pitchFamily="2" charset="0"/>
                <a:ea typeface="+mn-ea"/>
                <a:cs typeface="+mn-cs"/>
              </a:rPr>
              <a:t>Extracción de Sales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bold italic" panose="02000500000000090000" pitchFamily="2" charset="0"/>
                <a:ea typeface="+mn-ea"/>
                <a:cs typeface="+mn-cs"/>
              </a:rPr>
              <a:t>Gerencia Operaciones Salar</a:t>
            </a:r>
            <a:endParaRPr kumimoji="0" lang="es-CL" sz="1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bold italic" panose="0200050000000009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79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0EAA4-0EC9-E1D1-59F6-F6488704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8FC01FA0-C46A-F723-F6D7-8E5B9D6E5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439" y="1113531"/>
            <a:ext cx="2395415" cy="5041261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201018D-E327-7A4D-B9AE-B8500532A257}"/>
              </a:ext>
            </a:extLst>
          </p:cNvPr>
          <p:cNvSpPr/>
          <p:nvPr/>
        </p:nvSpPr>
        <p:spPr>
          <a:xfrm>
            <a:off x="11100899" y="5712605"/>
            <a:ext cx="539860" cy="1144502"/>
          </a:xfrm>
          <a:prstGeom prst="rect">
            <a:avLst/>
          </a:prstGeom>
          <a:solidFill>
            <a:srgbClr val="8AB1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EA8C1AAA-9240-9CF5-621D-38EAB54F6BD9}"/>
              </a:ext>
            </a:extLst>
          </p:cNvPr>
          <p:cNvSpPr/>
          <p:nvPr/>
        </p:nvSpPr>
        <p:spPr>
          <a:xfrm>
            <a:off x="114770" y="-16770"/>
            <a:ext cx="11059681" cy="589153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38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933D36E-765E-4E24-FAD2-EBF92E173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9833" y="6307976"/>
            <a:ext cx="539861" cy="549131"/>
          </a:xfrm>
        </p:spPr>
        <p:txBody>
          <a:bodyPr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42C3B2-0587-4DFD-B18A-322E1A0B669C}" type="slidenum">
              <a: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seo Sans 100" panose="02000000000000000000" pitchFamily="50" charset="0"/>
                <a:ea typeface="+mn-ea"/>
                <a:cs typeface="+mn-cs"/>
              </a:rPr>
              <a:pPr marL="0" marR="0" lvl="0" indent="0" algn="ctr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seo Sans 100" panose="02000000000000000000" pitchFamily="50" charset="0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411647-6FA3-AF62-3684-649D3218A8C5}"/>
              </a:ext>
            </a:extLst>
          </p:cNvPr>
          <p:cNvSpPr/>
          <p:nvPr/>
        </p:nvSpPr>
        <p:spPr>
          <a:xfrm>
            <a:off x="11139703" y="2312514"/>
            <a:ext cx="539860" cy="1144502"/>
          </a:xfrm>
          <a:prstGeom prst="rect">
            <a:avLst/>
          </a:prstGeom>
          <a:solidFill>
            <a:srgbClr val="1D5C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1B2A8DA-C052-0007-E116-A4A24BE89013}"/>
              </a:ext>
            </a:extLst>
          </p:cNvPr>
          <p:cNvSpPr/>
          <p:nvPr/>
        </p:nvSpPr>
        <p:spPr>
          <a:xfrm>
            <a:off x="11100899" y="4593576"/>
            <a:ext cx="539860" cy="1144502"/>
          </a:xfrm>
          <a:prstGeom prst="rect">
            <a:avLst/>
          </a:prstGeom>
          <a:solidFill>
            <a:srgbClr val="C5E2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0EEA8C7-6F81-9A11-03A0-75BFAF424272}"/>
              </a:ext>
            </a:extLst>
          </p:cNvPr>
          <p:cNvSpPr/>
          <p:nvPr/>
        </p:nvSpPr>
        <p:spPr>
          <a:xfrm>
            <a:off x="11100899" y="3474547"/>
            <a:ext cx="539860" cy="1144502"/>
          </a:xfrm>
          <a:prstGeom prst="rect">
            <a:avLst/>
          </a:prstGeom>
          <a:solidFill>
            <a:srgbClr val="DFEE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1746AA1-BDD8-E01E-4133-888276D91FB5}"/>
              </a:ext>
            </a:extLst>
          </p:cNvPr>
          <p:cNvSpPr/>
          <p:nvPr/>
        </p:nvSpPr>
        <p:spPr>
          <a:xfrm>
            <a:off x="11100899" y="894"/>
            <a:ext cx="539860" cy="2380099"/>
          </a:xfrm>
          <a:prstGeom prst="rect">
            <a:avLst/>
          </a:prstGeom>
          <a:solidFill>
            <a:srgbClr val="0033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n 15" descr="Logotipo, Icono&#10;&#10;Descripción generada automáticamente">
            <a:extLst>
              <a:ext uri="{FF2B5EF4-FFF2-40B4-BE49-F238E27FC236}">
                <a16:creationId xmlns:a16="http://schemas.microsoft.com/office/drawing/2014/main" id="{A445177C-8334-DA78-B04A-CDE328A869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451" y="589625"/>
            <a:ext cx="370704" cy="370704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33CE025B-5638-7581-5BB1-8FB94287C54E}"/>
              </a:ext>
            </a:extLst>
          </p:cNvPr>
          <p:cNvSpPr txBox="1"/>
          <p:nvPr/>
        </p:nvSpPr>
        <p:spPr>
          <a:xfrm>
            <a:off x="-172030" y="813034"/>
            <a:ext cx="485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Registro acumulado. </a:t>
            </a:r>
            <a:endParaRPr kumimoji="0" lang="es-MX" sz="1600" b="1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s-CL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EE13833-5B39-0E89-AC60-C8B91C4DAF6C}"/>
              </a:ext>
            </a:extLst>
          </p:cNvPr>
          <p:cNvSpPr txBox="1"/>
          <p:nvPr/>
        </p:nvSpPr>
        <p:spPr>
          <a:xfrm>
            <a:off x="3828001" y="774977"/>
            <a:ext cx="4021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Registro turno </a:t>
            </a:r>
            <a:r>
              <a:rPr lang="es-MX" sz="1600" b="1" dirty="0">
                <a:solidFill>
                  <a:srgbClr val="000000"/>
                </a:solidFill>
                <a:latin typeface="Arial"/>
              </a:rPr>
              <a:t>día.</a:t>
            </a:r>
            <a:endParaRPr kumimoji="0" lang="es-CL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9BB0946-464B-9CD3-2795-D2B62BD16120}"/>
              </a:ext>
            </a:extLst>
          </p:cNvPr>
          <p:cNvSpPr txBox="1"/>
          <p:nvPr/>
        </p:nvSpPr>
        <p:spPr>
          <a:xfrm>
            <a:off x="448448" y="72594"/>
            <a:ext cx="1004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72">
              <a:defRPr/>
            </a:pPr>
            <a:r>
              <a:rPr lang="es-ES" sz="2000" dirty="0">
                <a:solidFill>
                  <a:prstClr val="white"/>
                </a:solidFill>
                <a:latin typeface="Museo Sans 700" panose="02000000000000000000" pitchFamily="50" charset="0"/>
              </a:rPr>
              <a:t>GPS para control Extracción. CS-15. Turno B. 25/01/2026 </a:t>
            </a:r>
            <a:endParaRPr lang="es-CL" sz="2000" dirty="0">
              <a:solidFill>
                <a:prstClr val="white"/>
              </a:solidFill>
              <a:latin typeface="Museo Sans 700" panose="02000000000000000000" pitchFamily="50" charset="0"/>
            </a:endParaRPr>
          </a:p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seo Sans 700" panose="02000000000000000000" pitchFamily="50" charset="0"/>
              <a:ea typeface="+mn-ea"/>
              <a:cs typeface="+mn-cs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A4D50C1-7F85-9F41-8516-662C8C880DF5}"/>
              </a:ext>
            </a:extLst>
          </p:cNvPr>
          <p:cNvSpPr txBox="1"/>
          <p:nvPr/>
        </p:nvSpPr>
        <p:spPr>
          <a:xfrm>
            <a:off x="5547772" y="1986187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A30C47ED-E164-9DBF-D182-AD7E2AF7EF68}"/>
              </a:ext>
            </a:extLst>
          </p:cNvPr>
          <p:cNvSpPr/>
          <p:nvPr/>
        </p:nvSpPr>
        <p:spPr>
          <a:xfrm flipV="1">
            <a:off x="5375609" y="2031045"/>
            <a:ext cx="176935" cy="169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646286B-CD4B-1A8E-7063-D59F3D76DD45}"/>
              </a:ext>
            </a:extLst>
          </p:cNvPr>
          <p:cNvSpPr/>
          <p:nvPr/>
        </p:nvSpPr>
        <p:spPr>
          <a:xfrm flipV="1">
            <a:off x="1215293" y="4486087"/>
            <a:ext cx="424258" cy="400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EBACB5B-EEC0-46A2-6131-81D719392E9F}"/>
              </a:ext>
            </a:extLst>
          </p:cNvPr>
          <p:cNvSpPr txBox="1"/>
          <p:nvPr/>
        </p:nvSpPr>
        <p:spPr>
          <a:xfrm>
            <a:off x="1635334" y="4470467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CE0D35F-6449-534B-A693-37E15CE5F940}"/>
              </a:ext>
            </a:extLst>
          </p:cNvPr>
          <p:cNvSpPr/>
          <p:nvPr/>
        </p:nvSpPr>
        <p:spPr>
          <a:xfrm flipV="1">
            <a:off x="1180099" y="3739408"/>
            <a:ext cx="424258" cy="400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752476E-9729-291E-C745-2BD3D581CBBC}"/>
              </a:ext>
            </a:extLst>
          </p:cNvPr>
          <p:cNvSpPr txBox="1"/>
          <p:nvPr/>
        </p:nvSpPr>
        <p:spPr>
          <a:xfrm>
            <a:off x="1564946" y="3786449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C1043C4-987A-19CC-6757-CE008EB790C9}"/>
              </a:ext>
            </a:extLst>
          </p:cNvPr>
          <p:cNvSpPr/>
          <p:nvPr/>
        </p:nvSpPr>
        <p:spPr>
          <a:xfrm flipV="1">
            <a:off x="1215293" y="3039426"/>
            <a:ext cx="424258" cy="400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F014B25-672F-9F1F-1F44-43CB09B7907F}"/>
              </a:ext>
            </a:extLst>
          </p:cNvPr>
          <p:cNvSpPr txBox="1"/>
          <p:nvPr/>
        </p:nvSpPr>
        <p:spPr>
          <a:xfrm>
            <a:off x="1250486" y="2743104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D6D4B4B-F7BF-4733-819C-2522AE1748AF}"/>
              </a:ext>
            </a:extLst>
          </p:cNvPr>
          <p:cNvSpPr/>
          <p:nvPr/>
        </p:nvSpPr>
        <p:spPr>
          <a:xfrm flipV="1">
            <a:off x="1392228" y="1865778"/>
            <a:ext cx="424258" cy="400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015C8EC-DDC3-F9F6-1446-A86105550DA4}"/>
              </a:ext>
            </a:extLst>
          </p:cNvPr>
          <p:cNvSpPr txBox="1"/>
          <p:nvPr/>
        </p:nvSpPr>
        <p:spPr>
          <a:xfrm>
            <a:off x="1604357" y="2230695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5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9166B4C-3556-73C6-1046-09161C81DDD1}"/>
              </a:ext>
            </a:extLst>
          </p:cNvPr>
          <p:cNvSpPr txBox="1"/>
          <p:nvPr/>
        </p:nvSpPr>
        <p:spPr>
          <a:xfrm>
            <a:off x="1615302" y="1998988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0DFA53E-79F9-5D69-F368-7BB60AA0A344}"/>
              </a:ext>
            </a:extLst>
          </p:cNvPr>
          <p:cNvSpPr/>
          <p:nvPr/>
        </p:nvSpPr>
        <p:spPr>
          <a:xfrm flipV="1">
            <a:off x="1443139" y="2043846"/>
            <a:ext cx="176935" cy="169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55962C9-624D-5B82-003C-F988C0065894}"/>
              </a:ext>
            </a:extLst>
          </p:cNvPr>
          <p:cNvSpPr txBox="1"/>
          <p:nvPr/>
        </p:nvSpPr>
        <p:spPr>
          <a:xfrm>
            <a:off x="1499800" y="2239208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2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E848476-1748-150D-54B9-689480C843B6}"/>
              </a:ext>
            </a:extLst>
          </p:cNvPr>
          <p:cNvSpPr/>
          <p:nvPr/>
        </p:nvSpPr>
        <p:spPr>
          <a:xfrm flipV="1">
            <a:off x="1351585" y="2258858"/>
            <a:ext cx="176935" cy="169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2AEC3AE-6119-D7CC-8FA3-71B7CD18B8BA}"/>
              </a:ext>
            </a:extLst>
          </p:cNvPr>
          <p:cNvSpPr txBox="1"/>
          <p:nvPr/>
        </p:nvSpPr>
        <p:spPr>
          <a:xfrm>
            <a:off x="5505815" y="2200215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2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A50175F-1B31-E0D1-AE2E-5B2B1FB62EC8}"/>
              </a:ext>
            </a:extLst>
          </p:cNvPr>
          <p:cNvSpPr/>
          <p:nvPr/>
        </p:nvSpPr>
        <p:spPr>
          <a:xfrm flipV="1">
            <a:off x="5333652" y="2245073"/>
            <a:ext cx="176935" cy="169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0CDE1B-1224-8FD3-A47D-D0B263105668}"/>
              </a:ext>
            </a:extLst>
          </p:cNvPr>
          <p:cNvSpPr txBox="1"/>
          <p:nvPr/>
        </p:nvSpPr>
        <p:spPr>
          <a:xfrm>
            <a:off x="6923568" y="3474545"/>
            <a:ext cx="4088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Registro cumple con tolerancia</a:t>
            </a:r>
            <a:endParaRPr kumimoji="0" lang="es-CL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4" name="Imagen 33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A5F1BFA8-B157-B22F-BC00-E7EB6A58C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424" y="1103599"/>
            <a:ext cx="2369035" cy="5011137"/>
          </a:xfrm>
          <a:prstGeom prst="rect">
            <a:avLst/>
          </a:prstGeom>
        </p:spPr>
      </p:pic>
      <p:pic>
        <p:nvPicPr>
          <p:cNvPr id="19" name="Imagen 18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E6B31A97-8DB7-EC5E-A73E-E07145481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947" y="1087023"/>
            <a:ext cx="2395415" cy="509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30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AC9CC-1875-12F4-82F2-422740349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77589D7C-B7B9-6FF6-5355-9991120E64D8}"/>
              </a:ext>
            </a:extLst>
          </p:cNvPr>
          <p:cNvSpPr/>
          <p:nvPr/>
        </p:nvSpPr>
        <p:spPr>
          <a:xfrm>
            <a:off x="11100899" y="5712605"/>
            <a:ext cx="539860" cy="1144502"/>
          </a:xfrm>
          <a:prstGeom prst="rect">
            <a:avLst/>
          </a:prstGeom>
          <a:solidFill>
            <a:srgbClr val="8AB1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7E63FC52-69B7-E59D-1E5C-E8722930C5F5}"/>
              </a:ext>
            </a:extLst>
          </p:cNvPr>
          <p:cNvSpPr/>
          <p:nvPr/>
        </p:nvSpPr>
        <p:spPr>
          <a:xfrm>
            <a:off x="114770" y="-16770"/>
            <a:ext cx="11059681" cy="589153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38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60DBCD5-FCBD-1219-B299-D47A56CB8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9833" y="6307976"/>
            <a:ext cx="539861" cy="549131"/>
          </a:xfrm>
        </p:spPr>
        <p:txBody>
          <a:bodyPr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42C3B2-0587-4DFD-B18A-322E1A0B669C}" type="slidenum">
              <a: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seo Sans 100" panose="02000000000000000000" pitchFamily="50" charset="0"/>
                <a:ea typeface="+mn-ea"/>
                <a:cs typeface="+mn-cs"/>
              </a:rPr>
              <a:pPr marL="0" marR="0" lvl="0" indent="0" algn="ctr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seo Sans 100" panose="02000000000000000000" pitchFamily="50" charset="0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EEEF720-6E22-D1D3-0D83-BE943712C724}"/>
              </a:ext>
            </a:extLst>
          </p:cNvPr>
          <p:cNvSpPr/>
          <p:nvPr/>
        </p:nvSpPr>
        <p:spPr>
          <a:xfrm>
            <a:off x="11139703" y="2312514"/>
            <a:ext cx="539860" cy="1144502"/>
          </a:xfrm>
          <a:prstGeom prst="rect">
            <a:avLst/>
          </a:prstGeom>
          <a:solidFill>
            <a:srgbClr val="1D5C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A2566AF-8CCF-C97C-D35F-70E39C4502EF}"/>
              </a:ext>
            </a:extLst>
          </p:cNvPr>
          <p:cNvSpPr/>
          <p:nvPr/>
        </p:nvSpPr>
        <p:spPr>
          <a:xfrm>
            <a:off x="11100899" y="4593576"/>
            <a:ext cx="539860" cy="1144502"/>
          </a:xfrm>
          <a:prstGeom prst="rect">
            <a:avLst/>
          </a:prstGeom>
          <a:solidFill>
            <a:srgbClr val="C5E2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0D6319F-295C-C84E-957B-ADB601278121}"/>
              </a:ext>
            </a:extLst>
          </p:cNvPr>
          <p:cNvSpPr/>
          <p:nvPr/>
        </p:nvSpPr>
        <p:spPr>
          <a:xfrm>
            <a:off x="11100899" y="3474547"/>
            <a:ext cx="539860" cy="1144502"/>
          </a:xfrm>
          <a:prstGeom prst="rect">
            <a:avLst/>
          </a:prstGeom>
          <a:solidFill>
            <a:srgbClr val="DFEE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C405354-3322-D798-C0AD-B21BCFE6E8E0}"/>
              </a:ext>
            </a:extLst>
          </p:cNvPr>
          <p:cNvSpPr/>
          <p:nvPr/>
        </p:nvSpPr>
        <p:spPr>
          <a:xfrm>
            <a:off x="11100899" y="894"/>
            <a:ext cx="539860" cy="2380099"/>
          </a:xfrm>
          <a:prstGeom prst="rect">
            <a:avLst/>
          </a:prstGeom>
          <a:solidFill>
            <a:srgbClr val="0033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n 15" descr="Logotipo, Icono&#10;&#10;Descripción generada automáticamente">
            <a:extLst>
              <a:ext uri="{FF2B5EF4-FFF2-40B4-BE49-F238E27FC236}">
                <a16:creationId xmlns:a16="http://schemas.microsoft.com/office/drawing/2014/main" id="{04B2648C-6926-A14E-9D27-62D6948766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451" y="589625"/>
            <a:ext cx="370704" cy="370704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71A01601-17F3-04BF-00FB-D1265969492C}"/>
              </a:ext>
            </a:extLst>
          </p:cNvPr>
          <p:cNvSpPr txBox="1"/>
          <p:nvPr/>
        </p:nvSpPr>
        <p:spPr>
          <a:xfrm>
            <a:off x="-172030" y="813034"/>
            <a:ext cx="485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Registro acumulado. </a:t>
            </a:r>
            <a:endParaRPr kumimoji="0" lang="es-MX" sz="1600" b="1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s-CL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3C89002-1384-7D6B-94E1-570D0BF8C1B9}"/>
              </a:ext>
            </a:extLst>
          </p:cNvPr>
          <p:cNvSpPr txBox="1"/>
          <p:nvPr/>
        </p:nvSpPr>
        <p:spPr>
          <a:xfrm>
            <a:off x="3828001" y="774977"/>
            <a:ext cx="4021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Registro turno </a:t>
            </a:r>
            <a:r>
              <a:rPr lang="es-MX" sz="1600" b="1" dirty="0">
                <a:solidFill>
                  <a:srgbClr val="000000"/>
                </a:solidFill>
                <a:latin typeface="Arial"/>
              </a:rPr>
              <a:t>día.</a:t>
            </a:r>
            <a:endParaRPr kumimoji="0" lang="es-CL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2B0096-7BFF-1D6F-329C-2E6ED6DBF53F}"/>
              </a:ext>
            </a:extLst>
          </p:cNvPr>
          <p:cNvSpPr txBox="1"/>
          <p:nvPr/>
        </p:nvSpPr>
        <p:spPr>
          <a:xfrm>
            <a:off x="448448" y="72594"/>
            <a:ext cx="1004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72">
              <a:defRPr/>
            </a:pPr>
            <a:r>
              <a:rPr lang="es-ES" sz="2000" dirty="0">
                <a:solidFill>
                  <a:prstClr val="white"/>
                </a:solidFill>
                <a:latin typeface="Museo Sans 700" panose="02000000000000000000" pitchFamily="50" charset="0"/>
              </a:rPr>
              <a:t>GPS para control Extracción. 8-H. Turno B. 25/01/2026 </a:t>
            </a:r>
            <a:endParaRPr lang="es-CL" sz="2000" dirty="0">
              <a:solidFill>
                <a:prstClr val="white"/>
              </a:solidFill>
              <a:latin typeface="Museo Sans 700" panose="02000000000000000000" pitchFamily="50" charset="0"/>
            </a:endParaRPr>
          </a:p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seo Sans 700" panose="02000000000000000000" pitchFamily="50" charset="0"/>
              <a:ea typeface="+mn-ea"/>
              <a:cs typeface="+mn-cs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E4C8CC8-33C8-8C96-34A8-9D1EB88CAD94}"/>
              </a:ext>
            </a:extLst>
          </p:cNvPr>
          <p:cNvSpPr txBox="1"/>
          <p:nvPr/>
        </p:nvSpPr>
        <p:spPr>
          <a:xfrm>
            <a:off x="5547772" y="1986187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BCF3881F-E62A-BDE1-774B-8ED1106DEDE5}"/>
              </a:ext>
            </a:extLst>
          </p:cNvPr>
          <p:cNvSpPr/>
          <p:nvPr/>
        </p:nvSpPr>
        <p:spPr>
          <a:xfrm flipV="1">
            <a:off x="5375609" y="2031045"/>
            <a:ext cx="176935" cy="169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7A0D48B-F0CD-B19C-872E-4415ECB5B93E}"/>
              </a:ext>
            </a:extLst>
          </p:cNvPr>
          <p:cNvSpPr/>
          <p:nvPr/>
        </p:nvSpPr>
        <p:spPr>
          <a:xfrm flipV="1">
            <a:off x="1180099" y="3739408"/>
            <a:ext cx="424258" cy="400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B38171-7BEE-91C3-9247-B112A979736A}"/>
              </a:ext>
            </a:extLst>
          </p:cNvPr>
          <p:cNvSpPr txBox="1"/>
          <p:nvPr/>
        </p:nvSpPr>
        <p:spPr>
          <a:xfrm>
            <a:off x="1564946" y="3786449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29E7E17-46C1-CEC2-07F4-29418CC9DD04}"/>
              </a:ext>
            </a:extLst>
          </p:cNvPr>
          <p:cNvSpPr/>
          <p:nvPr/>
        </p:nvSpPr>
        <p:spPr>
          <a:xfrm flipV="1">
            <a:off x="1215293" y="3039426"/>
            <a:ext cx="424258" cy="400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C809412-152F-B72C-B76D-94D4B61608BF}"/>
              </a:ext>
            </a:extLst>
          </p:cNvPr>
          <p:cNvSpPr txBox="1"/>
          <p:nvPr/>
        </p:nvSpPr>
        <p:spPr>
          <a:xfrm>
            <a:off x="1250486" y="2743104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C2AB765-9601-6AF1-085F-FD0885E87CAE}"/>
              </a:ext>
            </a:extLst>
          </p:cNvPr>
          <p:cNvSpPr/>
          <p:nvPr/>
        </p:nvSpPr>
        <p:spPr>
          <a:xfrm flipV="1">
            <a:off x="1392228" y="1865778"/>
            <a:ext cx="424258" cy="400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870E8F2-85DA-5234-4B75-B567DA9019E9}"/>
              </a:ext>
            </a:extLst>
          </p:cNvPr>
          <p:cNvSpPr txBox="1"/>
          <p:nvPr/>
        </p:nvSpPr>
        <p:spPr>
          <a:xfrm>
            <a:off x="1604357" y="2230695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5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2E17E91-D989-C5FB-CBA0-B6BB233A784D}"/>
              </a:ext>
            </a:extLst>
          </p:cNvPr>
          <p:cNvSpPr txBox="1"/>
          <p:nvPr/>
        </p:nvSpPr>
        <p:spPr>
          <a:xfrm>
            <a:off x="1615302" y="1998988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381678F-3C66-72E1-6971-BA27CAEC0610}"/>
              </a:ext>
            </a:extLst>
          </p:cNvPr>
          <p:cNvSpPr/>
          <p:nvPr/>
        </p:nvSpPr>
        <p:spPr>
          <a:xfrm flipV="1">
            <a:off x="1443139" y="2043846"/>
            <a:ext cx="176935" cy="169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3389E8A-E7C2-6CFD-9564-99A98FF996E4}"/>
              </a:ext>
            </a:extLst>
          </p:cNvPr>
          <p:cNvSpPr txBox="1"/>
          <p:nvPr/>
        </p:nvSpPr>
        <p:spPr>
          <a:xfrm>
            <a:off x="1499800" y="2239208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2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D6CB90D-CFFF-B119-D222-0E81F3AB8510}"/>
              </a:ext>
            </a:extLst>
          </p:cNvPr>
          <p:cNvSpPr/>
          <p:nvPr/>
        </p:nvSpPr>
        <p:spPr>
          <a:xfrm flipV="1">
            <a:off x="1351585" y="2258858"/>
            <a:ext cx="176935" cy="169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7C6CFC3-6774-E9F7-26F2-4EF56E6CCA9C}"/>
              </a:ext>
            </a:extLst>
          </p:cNvPr>
          <p:cNvSpPr txBox="1"/>
          <p:nvPr/>
        </p:nvSpPr>
        <p:spPr>
          <a:xfrm>
            <a:off x="5505815" y="2200215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2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660CF03-319D-2311-C7B7-32C6D625ACC5}"/>
              </a:ext>
            </a:extLst>
          </p:cNvPr>
          <p:cNvSpPr/>
          <p:nvPr/>
        </p:nvSpPr>
        <p:spPr>
          <a:xfrm flipV="1">
            <a:off x="5333652" y="2245073"/>
            <a:ext cx="176935" cy="169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CB722AD-5EEB-A9E8-426A-3411A044C3B8}"/>
              </a:ext>
            </a:extLst>
          </p:cNvPr>
          <p:cNvSpPr txBox="1"/>
          <p:nvPr/>
        </p:nvSpPr>
        <p:spPr>
          <a:xfrm>
            <a:off x="7182607" y="3474547"/>
            <a:ext cx="4088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Registro cumple con tolerancia</a:t>
            </a:r>
            <a:endParaRPr kumimoji="0" lang="es-CL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9" name="Imagen 18" descr="Imagen de la pantalla de un computador&#10;&#10;El contenido generado por IA puede ser incorrecto.">
            <a:extLst>
              <a:ext uri="{FF2B5EF4-FFF2-40B4-BE49-F238E27FC236}">
                <a16:creationId xmlns:a16="http://schemas.microsoft.com/office/drawing/2014/main" id="{7B520761-E97C-BB38-C843-97B2BAE9E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77" y="1235170"/>
            <a:ext cx="3550977" cy="3215074"/>
          </a:xfrm>
          <a:prstGeom prst="rect">
            <a:avLst/>
          </a:prstGeom>
        </p:spPr>
      </p:pic>
      <p:pic>
        <p:nvPicPr>
          <p:cNvPr id="10" name="Imagen 9" descr="Imagen de la pantalla de un computador&#10;&#10;El contenido generado por IA puede ser incorrecto.">
            <a:extLst>
              <a:ext uri="{FF2B5EF4-FFF2-40B4-BE49-F238E27FC236}">
                <a16:creationId xmlns:a16="http://schemas.microsoft.com/office/drawing/2014/main" id="{543003DC-3BBC-B02D-2B89-63DDC0BA7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908" y="1218129"/>
            <a:ext cx="3550977" cy="321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58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C8784-D403-9C0B-7619-827D7B31D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3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304B3D0D-ED67-5796-599A-949495ECF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210" y="1228370"/>
            <a:ext cx="4557623" cy="924273"/>
          </a:xfrm>
          <a:prstGeom prst="rect">
            <a:avLst/>
          </a:prstGeom>
        </p:spPr>
      </p:pic>
      <p:pic>
        <p:nvPicPr>
          <p:cNvPr id="41" name="Imagen 40" descr="Imagen que contiene puerta, refrigerador, parado, cortina&#10;&#10;El contenido generado por IA puede ser incorrecto.">
            <a:extLst>
              <a:ext uri="{FF2B5EF4-FFF2-40B4-BE49-F238E27FC236}">
                <a16:creationId xmlns:a16="http://schemas.microsoft.com/office/drawing/2014/main" id="{C05A6E11-4993-A8D4-0030-51C5B5677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7" y="1269045"/>
            <a:ext cx="3195537" cy="3945328"/>
          </a:xfrm>
          <a:prstGeom prst="rect">
            <a:avLst/>
          </a:prstGeom>
        </p:spPr>
      </p:pic>
      <p:pic>
        <p:nvPicPr>
          <p:cNvPr id="14" name="Imagen 13" descr="Imagen que contiene verde, puerta, pelota, parado&#10;&#10;El contenido generado por IA puede ser incorrecto.">
            <a:extLst>
              <a:ext uri="{FF2B5EF4-FFF2-40B4-BE49-F238E27FC236}">
                <a16:creationId xmlns:a16="http://schemas.microsoft.com/office/drawing/2014/main" id="{C3939D5B-01D8-7379-F1D4-7FAA69C23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285" y="1251683"/>
            <a:ext cx="3207801" cy="3945328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BB350CD6-91E4-2B91-8E8D-8589EA6200BE}"/>
              </a:ext>
            </a:extLst>
          </p:cNvPr>
          <p:cNvSpPr/>
          <p:nvPr/>
        </p:nvSpPr>
        <p:spPr>
          <a:xfrm>
            <a:off x="11100899" y="5712605"/>
            <a:ext cx="539860" cy="1144502"/>
          </a:xfrm>
          <a:prstGeom prst="rect">
            <a:avLst/>
          </a:prstGeom>
          <a:solidFill>
            <a:srgbClr val="8AB1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BA8A3C85-1CF0-E600-C8C3-018B1469E1DE}"/>
              </a:ext>
            </a:extLst>
          </p:cNvPr>
          <p:cNvSpPr/>
          <p:nvPr/>
        </p:nvSpPr>
        <p:spPr>
          <a:xfrm>
            <a:off x="114770" y="-16770"/>
            <a:ext cx="11059681" cy="589153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38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C55E4EA-FEC1-AAAA-818F-0EB890047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9833" y="6307976"/>
            <a:ext cx="539861" cy="549131"/>
          </a:xfrm>
        </p:spPr>
        <p:txBody>
          <a:bodyPr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42C3B2-0587-4DFD-B18A-322E1A0B669C}" type="slidenum">
              <a: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seo Sans 100" panose="02000000000000000000" pitchFamily="50" charset="0"/>
                <a:ea typeface="+mn-ea"/>
                <a:cs typeface="+mn-cs"/>
              </a:rPr>
              <a:pPr marL="0" marR="0" lvl="0" indent="0" algn="ctr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seo Sans 100" panose="02000000000000000000" pitchFamily="50" charset="0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D4B3090-6D36-7DB4-2A49-81D9D1AC0905}"/>
              </a:ext>
            </a:extLst>
          </p:cNvPr>
          <p:cNvSpPr/>
          <p:nvPr/>
        </p:nvSpPr>
        <p:spPr>
          <a:xfrm>
            <a:off x="11099834" y="2322140"/>
            <a:ext cx="539860" cy="1144502"/>
          </a:xfrm>
          <a:prstGeom prst="rect">
            <a:avLst/>
          </a:prstGeom>
          <a:solidFill>
            <a:srgbClr val="1D5C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41A6825-5BD0-DCE2-76AF-87A7BF8A996A}"/>
              </a:ext>
            </a:extLst>
          </p:cNvPr>
          <p:cNvSpPr/>
          <p:nvPr/>
        </p:nvSpPr>
        <p:spPr>
          <a:xfrm>
            <a:off x="11100899" y="4593576"/>
            <a:ext cx="539860" cy="1144502"/>
          </a:xfrm>
          <a:prstGeom prst="rect">
            <a:avLst/>
          </a:prstGeom>
          <a:solidFill>
            <a:srgbClr val="C5E2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9F1C9C3-4BB6-B176-2FF6-BFC0CD7D9088}"/>
              </a:ext>
            </a:extLst>
          </p:cNvPr>
          <p:cNvSpPr/>
          <p:nvPr/>
        </p:nvSpPr>
        <p:spPr>
          <a:xfrm>
            <a:off x="11100899" y="3474547"/>
            <a:ext cx="539860" cy="1144502"/>
          </a:xfrm>
          <a:prstGeom prst="rect">
            <a:avLst/>
          </a:prstGeom>
          <a:solidFill>
            <a:srgbClr val="DFEE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DF69A46-78C1-14F6-CA52-7AFF7B882E89}"/>
              </a:ext>
            </a:extLst>
          </p:cNvPr>
          <p:cNvSpPr/>
          <p:nvPr/>
        </p:nvSpPr>
        <p:spPr>
          <a:xfrm>
            <a:off x="11100899" y="894"/>
            <a:ext cx="539860" cy="2380099"/>
          </a:xfrm>
          <a:prstGeom prst="rect">
            <a:avLst/>
          </a:prstGeom>
          <a:solidFill>
            <a:srgbClr val="0033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n 15" descr="Logotipo, Icono&#10;&#10;Descripción generada automáticamente">
            <a:extLst>
              <a:ext uri="{FF2B5EF4-FFF2-40B4-BE49-F238E27FC236}">
                <a16:creationId xmlns:a16="http://schemas.microsoft.com/office/drawing/2014/main" id="{C75251F2-418A-27A2-5071-D3C2771D067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451" y="589625"/>
            <a:ext cx="370704" cy="370704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6F252A98-5CDF-BA81-B8C7-9FA12476CB06}"/>
              </a:ext>
            </a:extLst>
          </p:cNvPr>
          <p:cNvSpPr txBox="1"/>
          <p:nvPr/>
        </p:nvSpPr>
        <p:spPr>
          <a:xfrm>
            <a:off x="-829078" y="818725"/>
            <a:ext cx="485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Registro acumulado. </a:t>
            </a:r>
            <a:endParaRPr kumimoji="0" lang="es-MX" sz="1600" b="1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s-CL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63B2409-A9C9-2888-5DE7-4DE80F38C2DD}"/>
              </a:ext>
            </a:extLst>
          </p:cNvPr>
          <p:cNvSpPr txBox="1"/>
          <p:nvPr/>
        </p:nvSpPr>
        <p:spPr>
          <a:xfrm>
            <a:off x="2744553" y="833737"/>
            <a:ext cx="4021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Registro turno </a:t>
            </a:r>
            <a:r>
              <a:rPr lang="es-MX" sz="1600" b="1" dirty="0">
                <a:solidFill>
                  <a:srgbClr val="000000"/>
                </a:solidFill>
                <a:latin typeface="Arial"/>
              </a:rPr>
              <a:t>día.</a:t>
            </a:r>
            <a:endParaRPr kumimoji="0" lang="es-CL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B6C1189-D94A-6AB1-FEA3-DBCFC33A46DD}"/>
              </a:ext>
            </a:extLst>
          </p:cNvPr>
          <p:cNvSpPr txBox="1"/>
          <p:nvPr/>
        </p:nvSpPr>
        <p:spPr>
          <a:xfrm>
            <a:off x="448448" y="72594"/>
            <a:ext cx="1004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72">
              <a:defRPr/>
            </a:pPr>
            <a:r>
              <a:rPr lang="es-ES" sz="2000" dirty="0">
                <a:solidFill>
                  <a:prstClr val="white"/>
                </a:solidFill>
                <a:latin typeface="Museo Sans 700" panose="02000000000000000000" pitchFamily="50" charset="0"/>
              </a:rPr>
              <a:t>GPS para control Extracción. HK-73. Turno B. 25/01/2026 </a:t>
            </a:r>
            <a:endParaRPr lang="es-CL" sz="2000" dirty="0">
              <a:solidFill>
                <a:prstClr val="white"/>
              </a:solidFill>
              <a:latin typeface="Museo Sans 700" panose="02000000000000000000" pitchFamily="50" charset="0"/>
            </a:endParaRPr>
          </a:p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seo Sans 700" panose="02000000000000000000" pitchFamily="50" charset="0"/>
              <a:ea typeface="+mn-ea"/>
              <a:cs typeface="+mn-cs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1A01B63-D4F6-AA0B-6540-54F08F6C206A}"/>
              </a:ext>
            </a:extLst>
          </p:cNvPr>
          <p:cNvSpPr txBox="1"/>
          <p:nvPr/>
        </p:nvSpPr>
        <p:spPr>
          <a:xfrm>
            <a:off x="991517" y="1955652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4D58CD4-A7AB-1C2E-888B-66524FD5CC42}"/>
              </a:ext>
            </a:extLst>
          </p:cNvPr>
          <p:cNvSpPr/>
          <p:nvPr/>
        </p:nvSpPr>
        <p:spPr>
          <a:xfrm flipV="1">
            <a:off x="819354" y="2000510"/>
            <a:ext cx="176935" cy="169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A1562E8-AE92-E227-FDB8-9C5DAF6BFA54}"/>
              </a:ext>
            </a:extLst>
          </p:cNvPr>
          <p:cNvSpPr/>
          <p:nvPr/>
        </p:nvSpPr>
        <p:spPr>
          <a:xfrm flipV="1">
            <a:off x="727800" y="2215522"/>
            <a:ext cx="176935" cy="169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73124A7-353E-FE2E-80AD-0D4588B96AF2}"/>
              </a:ext>
            </a:extLst>
          </p:cNvPr>
          <p:cNvSpPr/>
          <p:nvPr/>
        </p:nvSpPr>
        <p:spPr>
          <a:xfrm flipV="1">
            <a:off x="1596218" y="4631114"/>
            <a:ext cx="173783" cy="209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33D6123-F7B1-C677-E407-1447DC0F5B9C}"/>
              </a:ext>
            </a:extLst>
          </p:cNvPr>
          <p:cNvSpPr txBox="1"/>
          <p:nvPr/>
        </p:nvSpPr>
        <p:spPr>
          <a:xfrm>
            <a:off x="1710435" y="4564597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7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8B12E5C-C2B2-9EBA-E009-96A4BB86A013}"/>
              </a:ext>
            </a:extLst>
          </p:cNvPr>
          <p:cNvSpPr/>
          <p:nvPr/>
        </p:nvSpPr>
        <p:spPr>
          <a:xfrm flipV="1">
            <a:off x="1150165" y="2430527"/>
            <a:ext cx="173783" cy="209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602960D-CBA6-B04D-75AB-F400C240AAAC}"/>
              </a:ext>
            </a:extLst>
          </p:cNvPr>
          <p:cNvSpPr txBox="1"/>
          <p:nvPr/>
        </p:nvSpPr>
        <p:spPr>
          <a:xfrm>
            <a:off x="1272061" y="2357350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3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A30AE50-39CD-5C17-5A50-95CECF5AE072}"/>
              </a:ext>
            </a:extLst>
          </p:cNvPr>
          <p:cNvSpPr txBox="1"/>
          <p:nvPr/>
        </p:nvSpPr>
        <p:spPr>
          <a:xfrm>
            <a:off x="465144" y="2115441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2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940DD9A-4FCE-8A04-45B1-B61EBF67633A}"/>
              </a:ext>
            </a:extLst>
          </p:cNvPr>
          <p:cNvSpPr/>
          <p:nvPr/>
        </p:nvSpPr>
        <p:spPr>
          <a:xfrm flipV="1">
            <a:off x="1738774" y="1458236"/>
            <a:ext cx="173783" cy="209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378FDC5-B9E7-A649-33B3-5E65A750E72E}"/>
              </a:ext>
            </a:extLst>
          </p:cNvPr>
          <p:cNvSpPr txBox="1"/>
          <p:nvPr/>
        </p:nvSpPr>
        <p:spPr>
          <a:xfrm>
            <a:off x="1864461" y="1378317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4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62DF11B-7CF5-93E9-AED7-F170CDFDDF41}"/>
              </a:ext>
            </a:extLst>
          </p:cNvPr>
          <p:cNvSpPr/>
          <p:nvPr/>
        </p:nvSpPr>
        <p:spPr>
          <a:xfrm flipV="1">
            <a:off x="1807108" y="1967183"/>
            <a:ext cx="173783" cy="209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DE5A1AF-10F5-2358-7001-8D6E9A45D01A}"/>
              </a:ext>
            </a:extLst>
          </p:cNvPr>
          <p:cNvSpPr txBox="1"/>
          <p:nvPr/>
        </p:nvSpPr>
        <p:spPr>
          <a:xfrm>
            <a:off x="1932795" y="1887264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5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3C5F564-43BA-07DC-C6C1-7194112ED4CA}"/>
              </a:ext>
            </a:extLst>
          </p:cNvPr>
          <p:cNvSpPr/>
          <p:nvPr/>
        </p:nvSpPr>
        <p:spPr>
          <a:xfrm flipV="1">
            <a:off x="1576613" y="3851014"/>
            <a:ext cx="173783" cy="209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96C85DE-B876-3CEF-B49F-0249E2D4E806}"/>
              </a:ext>
            </a:extLst>
          </p:cNvPr>
          <p:cNvSpPr txBox="1"/>
          <p:nvPr/>
        </p:nvSpPr>
        <p:spPr>
          <a:xfrm>
            <a:off x="1687525" y="3756911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8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DA45167-1C31-F5C0-3E74-DAC5D7461D74}"/>
              </a:ext>
            </a:extLst>
          </p:cNvPr>
          <p:cNvSpPr/>
          <p:nvPr/>
        </p:nvSpPr>
        <p:spPr>
          <a:xfrm flipV="1">
            <a:off x="1818578" y="4862440"/>
            <a:ext cx="173783" cy="209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FA023E9-885C-09E4-C0EB-5102D9DA391D}"/>
              </a:ext>
            </a:extLst>
          </p:cNvPr>
          <p:cNvSpPr txBox="1"/>
          <p:nvPr/>
        </p:nvSpPr>
        <p:spPr>
          <a:xfrm>
            <a:off x="1932795" y="4795923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6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B0504C4-FF5A-5689-D53A-6414550A7262}"/>
              </a:ext>
            </a:extLst>
          </p:cNvPr>
          <p:cNvSpPr/>
          <p:nvPr/>
        </p:nvSpPr>
        <p:spPr>
          <a:xfrm flipV="1">
            <a:off x="4862501" y="3862834"/>
            <a:ext cx="173783" cy="209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A7A9A4C-2726-6A26-613B-010B1290599D}"/>
              </a:ext>
            </a:extLst>
          </p:cNvPr>
          <p:cNvSpPr txBox="1"/>
          <p:nvPr/>
        </p:nvSpPr>
        <p:spPr>
          <a:xfrm>
            <a:off x="4973413" y="3768731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8</a:t>
            </a:r>
            <a:endParaRPr lang="es-C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39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5D29A-F3D9-E496-B4AE-A6D38148D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450EEAFA-CE73-1330-34CE-F84010A0A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41" y="1299068"/>
            <a:ext cx="2079446" cy="5261902"/>
          </a:xfrm>
          <a:prstGeom prst="rect">
            <a:avLst/>
          </a:prstGeom>
        </p:spPr>
      </p:pic>
      <p:pic>
        <p:nvPicPr>
          <p:cNvPr id="37" name="Imagen 36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D308E4E2-BC20-3F98-C006-CF017F426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690" y="1272972"/>
            <a:ext cx="2100073" cy="531409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1618BFB5-C992-9914-3A1E-DDBF575C448B}"/>
              </a:ext>
            </a:extLst>
          </p:cNvPr>
          <p:cNvSpPr/>
          <p:nvPr/>
        </p:nvSpPr>
        <p:spPr>
          <a:xfrm>
            <a:off x="11100899" y="5712605"/>
            <a:ext cx="539860" cy="1144502"/>
          </a:xfrm>
          <a:prstGeom prst="rect">
            <a:avLst/>
          </a:prstGeom>
          <a:solidFill>
            <a:srgbClr val="8AB1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19215FBF-1827-3709-3ECF-CBDDC165FEEF}"/>
              </a:ext>
            </a:extLst>
          </p:cNvPr>
          <p:cNvSpPr/>
          <p:nvPr/>
        </p:nvSpPr>
        <p:spPr>
          <a:xfrm>
            <a:off x="114770" y="-16770"/>
            <a:ext cx="11059681" cy="589153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38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00304C2-77F8-EB9B-179B-DD146AA5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9833" y="6307976"/>
            <a:ext cx="539861" cy="549131"/>
          </a:xfrm>
        </p:spPr>
        <p:txBody>
          <a:bodyPr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42C3B2-0587-4DFD-B18A-322E1A0B669C}" type="slidenum">
              <a: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seo Sans 100" panose="02000000000000000000" pitchFamily="50" charset="0"/>
                <a:ea typeface="+mn-ea"/>
                <a:cs typeface="+mn-cs"/>
              </a:rPr>
              <a:pPr marL="0" marR="0" lvl="0" indent="0" algn="ctr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seo Sans 100" panose="02000000000000000000" pitchFamily="50" charset="0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9C66184-B78A-478D-BC4A-47E0C5B4594B}"/>
              </a:ext>
            </a:extLst>
          </p:cNvPr>
          <p:cNvSpPr/>
          <p:nvPr/>
        </p:nvSpPr>
        <p:spPr>
          <a:xfrm>
            <a:off x="11100899" y="2355519"/>
            <a:ext cx="539860" cy="1144502"/>
          </a:xfrm>
          <a:prstGeom prst="rect">
            <a:avLst/>
          </a:prstGeom>
          <a:solidFill>
            <a:srgbClr val="1D5C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A141B3-3D8A-75FB-E8EA-C333750CECCB}"/>
              </a:ext>
            </a:extLst>
          </p:cNvPr>
          <p:cNvSpPr/>
          <p:nvPr/>
        </p:nvSpPr>
        <p:spPr>
          <a:xfrm>
            <a:off x="11100899" y="4593576"/>
            <a:ext cx="539860" cy="1144502"/>
          </a:xfrm>
          <a:prstGeom prst="rect">
            <a:avLst/>
          </a:prstGeom>
          <a:solidFill>
            <a:srgbClr val="C5E2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3D0E3D7-1142-F7EA-45B9-9844C03BB52A}"/>
              </a:ext>
            </a:extLst>
          </p:cNvPr>
          <p:cNvSpPr/>
          <p:nvPr/>
        </p:nvSpPr>
        <p:spPr>
          <a:xfrm>
            <a:off x="11100899" y="3474547"/>
            <a:ext cx="539860" cy="1144502"/>
          </a:xfrm>
          <a:prstGeom prst="rect">
            <a:avLst/>
          </a:prstGeom>
          <a:solidFill>
            <a:srgbClr val="DFEE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07FEE4F-3EAF-19D1-8C66-05FA76482CB2}"/>
              </a:ext>
            </a:extLst>
          </p:cNvPr>
          <p:cNvSpPr/>
          <p:nvPr/>
        </p:nvSpPr>
        <p:spPr>
          <a:xfrm>
            <a:off x="11100899" y="894"/>
            <a:ext cx="539860" cy="2380099"/>
          </a:xfrm>
          <a:prstGeom prst="rect">
            <a:avLst/>
          </a:prstGeom>
          <a:solidFill>
            <a:srgbClr val="0033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n 15" descr="Logotipo, Icono&#10;&#10;Descripción generada automáticamente">
            <a:extLst>
              <a:ext uri="{FF2B5EF4-FFF2-40B4-BE49-F238E27FC236}">
                <a16:creationId xmlns:a16="http://schemas.microsoft.com/office/drawing/2014/main" id="{DD2F3BE1-1646-D584-ABEF-6403DCEAB4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451" y="589625"/>
            <a:ext cx="370704" cy="370704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19CEA189-003F-AF84-F7A8-115F201F5DE7}"/>
              </a:ext>
            </a:extLst>
          </p:cNvPr>
          <p:cNvSpPr txBox="1"/>
          <p:nvPr/>
        </p:nvSpPr>
        <p:spPr>
          <a:xfrm>
            <a:off x="113706" y="927344"/>
            <a:ext cx="2982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Registro acumulado.</a:t>
            </a:r>
            <a:endParaRPr kumimoji="0" lang="es-MX" sz="1600" b="1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B75424E-B1F1-232D-51E5-CAFE8642A93F}"/>
              </a:ext>
            </a:extLst>
          </p:cNvPr>
          <p:cNvSpPr txBox="1"/>
          <p:nvPr/>
        </p:nvSpPr>
        <p:spPr>
          <a:xfrm>
            <a:off x="4057166" y="934418"/>
            <a:ext cx="2402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Registro turno noche</a:t>
            </a:r>
            <a:r>
              <a:rPr lang="es-MX" sz="1600" b="1" dirty="0">
                <a:solidFill>
                  <a:srgbClr val="000000"/>
                </a:solidFill>
                <a:latin typeface="Arial"/>
              </a:rPr>
              <a:t>.</a:t>
            </a:r>
            <a:endParaRPr kumimoji="0" lang="es-CL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A5B23A-8931-DDCA-69EB-12AC9E2677B7}"/>
              </a:ext>
            </a:extLst>
          </p:cNvPr>
          <p:cNvSpPr txBox="1"/>
          <p:nvPr/>
        </p:nvSpPr>
        <p:spPr>
          <a:xfrm>
            <a:off x="558860" y="67091"/>
            <a:ext cx="1004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72">
              <a:defRPr/>
            </a:pPr>
            <a:r>
              <a:rPr lang="es-ES" sz="2000" dirty="0">
                <a:solidFill>
                  <a:prstClr val="white"/>
                </a:solidFill>
                <a:latin typeface="Museo Sans 700" panose="02000000000000000000" pitchFamily="50" charset="0"/>
              </a:rPr>
              <a:t>GPS para control Extracción.K-80B. Turno B. 25/01/2026 </a:t>
            </a:r>
            <a:endParaRPr lang="es-CL" sz="2000" dirty="0">
              <a:solidFill>
                <a:prstClr val="white"/>
              </a:solidFill>
              <a:latin typeface="Museo Sans 700" panose="02000000000000000000" pitchFamily="50" charset="0"/>
            </a:endParaRPr>
          </a:p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seo Sans 700" panose="02000000000000000000" pitchFamily="50" charset="0"/>
              <a:ea typeface="+mn-ea"/>
              <a:cs typeface="+mn-cs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08FA25-BD5D-A7AB-EECC-EC47AD4195EC}"/>
              </a:ext>
            </a:extLst>
          </p:cNvPr>
          <p:cNvSpPr txBox="1"/>
          <p:nvPr/>
        </p:nvSpPr>
        <p:spPr>
          <a:xfrm>
            <a:off x="4485931" y="4316577"/>
            <a:ext cx="239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rgbClr val="FF0000"/>
                </a:solidFill>
              </a:rPr>
              <a:t>1</a:t>
            </a:r>
            <a:endParaRPr lang="es-CL" sz="1200" b="1" dirty="0">
              <a:solidFill>
                <a:srgbClr val="FF0000"/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A0F32F9-8084-4DEE-58B6-CE3F6891D79C}"/>
              </a:ext>
            </a:extLst>
          </p:cNvPr>
          <p:cNvSpPr/>
          <p:nvPr/>
        </p:nvSpPr>
        <p:spPr>
          <a:xfrm>
            <a:off x="4344967" y="4272145"/>
            <a:ext cx="202771" cy="4501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171177-B4FD-8444-6803-18FE8F9481A7}"/>
              </a:ext>
            </a:extLst>
          </p:cNvPr>
          <p:cNvSpPr txBox="1"/>
          <p:nvPr/>
        </p:nvSpPr>
        <p:spPr>
          <a:xfrm>
            <a:off x="766266" y="5153235"/>
            <a:ext cx="239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rgbClr val="FF0000"/>
                </a:solidFill>
              </a:rPr>
              <a:t>2</a:t>
            </a:r>
            <a:endParaRPr lang="es-CL" sz="1200" b="1" dirty="0">
              <a:solidFill>
                <a:srgbClr val="FF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827B9C5-37A0-3CBD-473B-9A2B79DE1CFC}"/>
              </a:ext>
            </a:extLst>
          </p:cNvPr>
          <p:cNvSpPr/>
          <p:nvPr/>
        </p:nvSpPr>
        <p:spPr>
          <a:xfrm>
            <a:off x="625302" y="5108803"/>
            <a:ext cx="202771" cy="4501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8AB33EC-394B-819E-7029-493FA1A52849}"/>
              </a:ext>
            </a:extLst>
          </p:cNvPr>
          <p:cNvSpPr txBox="1"/>
          <p:nvPr/>
        </p:nvSpPr>
        <p:spPr>
          <a:xfrm>
            <a:off x="4344967" y="5216956"/>
            <a:ext cx="239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rgbClr val="FF0000"/>
                </a:solidFill>
              </a:rPr>
              <a:t>2</a:t>
            </a:r>
            <a:endParaRPr lang="es-CL" sz="1200" b="1" dirty="0">
              <a:solidFill>
                <a:srgbClr val="FF0000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6C7EE0D-6001-C0F3-5A1F-B31C6449BD15}"/>
              </a:ext>
            </a:extLst>
          </p:cNvPr>
          <p:cNvSpPr/>
          <p:nvPr/>
        </p:nvSpPr>
        <p:spPr>
          <a:xfrm>
            <a:off x="4204003" y="5172524"/>
            <a:ext cx="202771" cy="4501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BE24751-1BBB-E944-FFB5-E4029B93833E}"/>
              </a:ext>
            </a:extLst>
          </p:cNvPr>
          <p:cNvSpPr txBox="1"/>
          <p:nvPr/>
        </p:nvSpPr>
        <p:spPr>
          <a:xfrm>
            <a:off x="885797" y="4364976"/>
            <a:ext cx="239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rgbClr val="FF0000"/>
                </a:solidFill>
              </a:rPr>
              <a:t>1</a:t>
            </a:r>
            <a:endParaRPr lang="es-CL" sz="1200" b="1" dirty="0">
              <a:solidFill>
                <a:srgbClr val="FF0000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54AE51-A1CB-A145-87A9-8894CA5D1F2C}"/>
              </a:ext>
            </a:extLst>
          </p:cNvPr>
          <p:cNvSpPr/>
          <p:nvPr/>
        </p:nvSpPr>
        <p:spPr>
          <a:xfrm>
            <a:off x="744833" y="4320544"/>
            <a:ext cx="202771" cy="4501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pic>
        <p:nvPicPr>
          <p:cNvPr id="41" name="Imagen 40" descr="Tabla&#10;&#10;El contenido generado por IA puede ser incorrecto.">
            <a:extLst>
              <a:ext uri="{FF2B5EF4-FFF2-40B4-BE49-F238E27FC236}">
                <a16:creationId xmlns:a16="http://schemas.microsoft.com/office/drawing/2014/main" id="{84F5BB00-467A-3A42-0523-DD8E99F85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287" y="1265898"/>
            <a:ext cx="4794220" cy="45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8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5DC23-7F83-BA15-2859-506EA3266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edificio, verde, tren, viejo&#10;&#10;Descripción generada automáticamente">
            <a:extLst>
              <a:ext uri="{FF2B5EF4-FFF2-40B4-BE49-F238E27FC236}">
                <a16:creationId xmlns:a16="http://schemas.microsoft.com/office/drawing/2014/main" id="{252B079E-1AAD-2FF6-1474-664371A0CB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4" t="900" r="19750" b="10550"/>
          <a:stretch/>
        </p:blipFill>
        <p:spPr>
          <a:xfrm>
            <a:off x="1588" y="894"/>
            <a:ext cx="6995124" cy="6856213"/>
          </a:xfrm>
          <a:prstGeom prst="rect">
            <a:avLst/>
          </a:prstGeom>
        </p:spPr>
      </p:pic>
      <p:pic>
        <p:nvPicPr>
          <p:cNvPr id="10" name="Imagen 9" descr="Texto, Logotipo&#10;&#10;Descripción generada automáticamente">
            <a:extLst>
              <a:ext uri="{FF2B5EF4-FFF2-40B4-BE49-F238E27FC236}">
                <a16:creationId xmlns:a16="http://schemas.microsoft.com/office/drawing/2014/main" id="{40FDE726-BCF2-CEB2-3A3D-DDF80D1AE6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9" y="540134"/>
            <a:ext cx="2442423" cy="882074"/>
          </a:xfrm>
          <a:prstGeom prst="rect">
            <a:avLst/>
          </a:prstGeom>
        </p:spPr>
      </p:pic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46C5383F-C0A2-7C97-0AEB-1B884F13B0E2}"/>
              </a:ext>
            </a:extLst>
          </p:cNvPr>
          <p:cNvSpPr/>
          <p:nvPr/>
        </p:nvSpPr>
        <p:spPr>
          <a:xfrm>
            <a:off x="3317970" y="4453689"/>
            <a:ext cx="9472212" cy="997679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38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D24C926-34A1-A46E-96EC-AE25C44843AA}"/>
              </a:ext>
            </a:extLst>
          </p:cNvPr>
          <p:cNvSpPr txBox="1"/>
          <p:nvPr/>
        </p:nvSpPr>
        <p:spPr>
          <a:xfrm>
            <a:off x="3938029" y="4391820"/>
            <a:ext cx="8232093" cy="1077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5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bold italic" panose="02000500000000090000" pitchFamily="2" charset="0"/>
                <a:ea typeface="+mn-ea"/>
                <a:cs typeface="+mn-cs"/>
              </a:rPr>
              <a:t>Extracción de Sales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bold italic" panose="02000500000000090000" pitchFamily="2" charset="0"/>
                <a:ea typeface="+mn-ea"/>
                <a:cs typeface="+mn-cs"/>
              </a:rPr>
              <a:t>Gerencia Operaciones Salar</a:t>
            </a:r>
            <a:endParaRPr kumimoji="0" lang="es-CL" sz="1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bold italic" panose="0200050000000009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018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5A9F3-FA51-42F1-2A26-F807B75D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 descr="Mapa&#10;&#10;El contenido generado por IA puede ser incorrecto.">
            <a:extLst>
              <a:ext uri="{FF2B5EF4-FFF2-40B4-BE49-F238E27FC236}">
                <a16:creationId xmlns:a16="http://schemas.microsoft.com/office/drawing/2014/main" id="{86E9DF05-612A-2B4C-8E1C-DB52D03A6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0" y="1453209"/>
            <a:ext cx="3383328" cy="3676317"/>
          </a:xfrm>
          <a:prstGeom prst="rect">
            <a:avLst/>
          </a:prstGeom>
        </p:spPr>
      </p:pic>
      <p:pic>
        <p:nvPicPr>
          <p:cNvPr id="10" name="Imagen 9" descr="Una captura de pantalla de un videojuego&#10;&#10;El contenido generado por IA puede ser incorrecto.">
            <a:extLst>
              <a:ext uri="{FF2B5EF4-FFF2-40B4-BE49-F238E27FC236}">
                <a16:creationId xmlns:a16="http://schemas.microsoft.com/office/drawing/2014/main" id="{FE6F20FD-1C70-EEC9-1A25-8AA52F5AE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635" y="1474813"/>
            <a:ext cx="3378827" cy="3657882"/>
          </a:xfrm>
          <a:prstGeom prst="rect">
            <a:avLst/>
          </a:prstGeom>
        </p:spPr>
      </p:pic>
      <p:pic>
        <p:nvPicPr>
          <p:cNvPr id="26" name="Imagen 25" descr="Imagen de la pantalla de un computador&#10;&#10;El contenido generado por IA puede ser incorrecto.">
            <a:extLst>
              <a:ext uri="{FF2B5EF4-FFF2-40B4-BE49-F238E27FC236}">
                <a16:creationId xmlns:a16="http://schemas.microsoft.com/office/drawing/2014/main" id="{D81D167C-D5B5-AB66-6D0C-F64726A74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0958" y="1458462"/>
            <a:ext cx="3383328" cy="3684642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FE12A37B-E80A-49D7-7BC2-5DBA209C6562}"/>
              </a:ext>
            </a:extLst>
          </p:cNvPr>
          <p:cNvSpPr/>
          <p:nvPr/>
        </p:nvSpPr>
        <p:spPr>
          <a:xfrm>
            <a:off x="11100899" y="5712605"/>
            <a:ext cx="539860" cy="1144502"/>
          </a:xfrm>
          <a:prstGeom prst="rect">
            <a:avLst/>
          </a:prstGeom>
          <a:solidFill>
            <a:srgbClr val="8AB1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1EA13F67-9364-91DA-857F-4F7BC894B246}"/>
              </a:ext>
            </a:extLst>
          </p:cNvPr>
          <p:cNvSpPr/>
          <p:nvPr/>
        </p:nvSpPr>
        <p:spPr>
          <a:xfrm>
            <a:off x="114770" y="-16770"/>
            <a:ext cx="11059681" cy="589153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38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D9350DC-34F8-FF31-28D1-77E11777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9833" y="6307976"/>
            <a:ext cx="539861" cy="549131"/>
          </a:xfrm>
        </p:spPr>
        <p:txBody>
          <a:bodyPr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42C3B2-0587-4DFD-B18A-322E1A0B669C}" type="slidenum">
              <a: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seo Sans 100" panose="02000000000000000000" pitchFamily="50" charset="0"/>
                <a:ea typeface="+mn-ea"/>
                <a:cs typeface="+mn-cs"/>
              </a:rPr>
              <a:pPr marL="0" marR="0" lvl="0" indent="0" algn="ctr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seo Sans 100" panose="02000000000000000000" pitchFamily="50" charset="0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294C09E-0D9C-2C18-2740-3BD47D9F1321}"/>
              </a:ext>
            </a:extLst>
          </p:cNvPr>
          <p:cNvSpPr/>
          <p:nvPr/>
        </p:nvSpPr>
        <p:spPr>
          <a:xfrm>
            <a:off x="11095545" y="2315421"/>
            <a:ext cx="539860" cy="1144502"/>
          </a:xfrm>
          <a:prstGeom prst="rect">
            <a:avLst/>
          </a:prstGeom>
          <a:solidFill>
            <a:srgbClr val="1D5C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8FD9393-7C71-452B-D6F9-C7B357DDAA2F}"/>
              </a:ext>
            </a:extLst>
          </p:cNvPr>
          <p:cNvSpPr/>
          <p:nvPr/>
        </p:nvSpPr>
        <p:spPr>
          <a:xfrm>
            <a:off x="11100899" y="4593576"/>
            <a:ext cx="539860" cy="1144502"/>
          </a:xfrm>
          <a:prstGeom prst="rect">
            <a:avLst/>
          </a:prstGeom>
          <a:solidFill>
            <a:srgbClr val="C5E2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F3B0D3F-7640-6DF0-C7DD-B40C15BD9356}"/>
              </a:ext>
            </a:extLst>
          </p:cNvPr>
          <p:cNvSpPr/>
          <p:nvPr/>
        </p:nvSpPr>
        <p:spPr>
          <a:xfrm>
            <a:off x="11100899" y="3474547"/>
            <a:ext cx="539860" cy="1144502"/>
          </a:xfrm>
          <a:prstGeom prst="rect">
            <a:avLst/>
          </a:prstGeom>
          <a:solidFill>
            <a:srgbClr val="DFEE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70F2D1-00DE-6015-55ED-E4A01F0F05EA}"/>
              </a:ext>
            </a:extLst>
          </p:cNvPr>
          <p:cNvSpPr/>
          <p:nvPr/>
        </p:nvSpPr>
        <p:spPr>
          <a:xfrm>
            <a:off x="11100899" y="894"/>
            <a:ext cx="539860" cy="2380099"/>
          </a:xfrm>
          <a:prstGeom prst="rect">
            <a:avLst/>
          </a:prstGeom>
          <a:solidFill>
            <a:srgbClr val="0033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n 15" descr="Logotipo, Icono&#10;&#10;Descripción generada automáticamente">
            <a:extLst>
              <a:ext uri="{FF2B5EF4-FFF2-40B4-BE49-F238E27FC236}">
                <a16:creationId xmlns:a16="http://schemas.microsoft.com/office/drawing/2014/main" id="{43D0A536-79A3-CF9D-2E48-92E891C628A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451" y="589625"/>
            <a:ext cx="370704" cy="370704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D56E9E90-4ECF-C439-06E9-FE775CB23529}"/>
              </a:ext>
            </a:extLst>
          </p:cNvPr>
          <p:cNvSpPr txBox="1"/>
          <p:nvPr/>
        </p:nvSpPr>
        <p:spPr>
          <a:xfrm>
            <a:off x="-279137" y="911688"/>
            <a:ext cx="3705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Registro acumulado. </a:t>
            </a:r>
            <a:endParaRPr kumimoji="0" lang="es-MX" sz="1600" b="1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s-CL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D4678EA-C92B-7D31-770F-31D35EE6A15E}"/>
              </a:ext>
            </a:extLst>
          </p:cNvPr>
          <p:cNvSpPr txBox="1"/>
          <p:nvPr/>
        </p:nvSpPr>
        <p:spPr>
          <a:xfrm>
            <a:off x="3194582" y="960329"/>
            <a:ext cx="4021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Registro turno día</a:t>
            </a:r>
            <a:r>
              <a:rPr lang="es-MX" sz="1600" b="1" dirty="0">
                <a:solidFill>
                  <a:srgbClr val="000000"/>
                </a:solidFill>
                <a:latin typeface="Arial"/>
              </a:rPr>
              <a:t>.</a:t>
            </a:r>
            <a:endParaRPr kumimoji="0" lang="es-CL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0649430-436E-BEC6-F29F-36DA8F3AAE55}"/>
              </a:ext>
            </a:extLst>
          </p:cNvPr>
          <p:cNvSpPr txBox="1"/>
          <p:nvPr/>
        </p:nvSpPr>
        <p:spPr>
          <a:xfrm>
            <a:off x="448448" y="72594"/>
            <a:ext cx="1004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72">
              <a:defRPr/>
            </a:pPr>
            <a:r>
              <a:rPr lang="es-ES" sz="2000" dirty="0">
                <a:solidFill>
                  <a:prstClr val="white"/>
                </a:solidFill>
                <a:latin typeface="Museo Sans 700" panose="02000000000000000000" pitchFamily="50" charset="0"/>
              </a:rPr>
              <a:t>GPS para control Extracción. 11-I. Turno B. 24/01/2026 </a:t>
            </a:r>
            <a:endParaRPr lang="es-CL" sz="2000" dirty="0">
              <a:solidFill>
                <a:prstClr val="white"/>
              </a:solidFill>
              <a:latin typeface="Museo Sans 700" panose="02000000000000000000" pitchFamily="50" charset="0"/>
            </a:endParaRPr>
          </a:p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seo Sans 700" panose="02000000000000000000" pitchFamily="50" charset="0"/>
              <a:ea typeface="+mn-ea"/>
              <a:cs typeface="+mn-cs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CD5D019-8085-FFBC-E07A-335AD2589C98}"/>
              </a:ext>
            </a:extLst>
          </p:cNvPr>
          <p:cNvSpPr txBox="1"/>
          <p:nvPr/>
        </p:nvSpPr>
        <p:spPr>
          <a:xfrm>
            <a:off x="5742129" y="2011661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EEDF6D7C-2235-EF92-B15B-BFC5D865C822}"/>
              </a:ext>
            </a:extLst>
          </p:cNvPr>
          <p:cNvSpPr/>
          <p:nvPr/>
        </p:nvSpPr>
        <p:spPr>
          <a:xfrm flipV="1">
            <a:off x="5476727" y="2048578"/>
            <a:ext cx="265402" cy="2498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9A5FD6E-3A03-1B5C-589C-0CCE2CF2C156}"/>
              </a:ext>
            </a:extLst>
          </p:cNvPr>
          <p:cNvSpPr txBox="1"/>
          <p:nvPr/>
        </p:nvSpPr>
        <p:spPr>
          <a:xfrm>
            <a:off x="3145365" y="3974655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6586EA5E-2571-701F-4DD4-3F0AC1206AA0}"/>
              </a:ext>
            </a:extLst>
          </p:cNvPr>
          <p:cNvSpPr/>
          <p:nvPr/>
        </p:nvSpPr>
        <p:spPr>
          <a:xfrm flipV="1">
            <a:off x="2984021" y="4007189"/>
            <a:ext cx="210561" cy="3327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FE65985-EB22-66EB-42AD-55480CE6A4E2}"/>
              </a:ext>
            </a:extLst>
          </p:cNvPr>
          <p:cNvSpPr txBox="1"/>
          <p:nvPr/>
        </p:nvSpPr>
        <p:spPr>
          <a:xfrm>
            <a:off x="3101695" y="4456605"/>
            <a:ext cx="421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2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23CBE69B-7FB0-28F4-C90C-7F717CEE3383}"/>
              </a:ext>
            </a:extLst>
          </p:cNvPr>
          <p:cNvSpPr/>
          <p:nvPr/>
        </p:nvSpPr>
        <p:spPr>
          <a:xfrm flipV="1">
            <a:off x="2949368" y="4493573"/>
            <a:ext cx="210561" cy="3000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640F8166-2831-C66E-675C-77A17616C795}"/>
              </a:ext>
            </a:extLst>
          </p:cNvPr>
          <p:cNvSpPr/>
          <p:nvPr/>
        </p:nvSpPr>
        <p:spPr>
          <a:xfrm flipV="1">
            <a:off x="3131814" y="4837432"/>
            <a:ext cx="353871" cy="2862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099ADF21-0968-2680-F379-09813C01CFE1}"/>
              </a:ext>
            </a:extLst>
          </p:cNvPr>
          <p:cNvSpPr txBox="1"/>
          <p:nvPr/>
        </p:nvSpPr>
        <p:spPr>
          <a:xfrm>
            <a:off x="2283134" y="4804917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3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5EA7212-4C58-6F4F-9409-4147A619B816}"/>
              </a:ext>
            </a:extLst>
          </p:cNvPr>
          <p:cNvSpPr/>
          <p:nvPr/>
        </p:nvSpPr>
        <p:spPr>
          <a:xfrm flipV="1">
            <a:off x="2621413" y="4874341"/>
            <a:ext cx="353872" cy="2583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193E6292-E6E6-F78B-5948-D0ED52940C95}"/>
              </a:ext>
            </a:extLst>
          </p:cNvPr>
          <p:cNvSpPr/>
          <p:nvPr/>
        </p:nvSpPr>
        <p:spPr>
          <a:xfrm flipV="1">
            <a:off x="2807066" y="1577160"/>
            <a:ext cx="272010" cy="3000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6A4FE36-1474-B874-2550-5727EBC798F5}"/>
              </a:ext>
            </a:extLst>
          </p:cNvPr>
          <p:cNvSpPr txBox="1"/>
          <p:nvPr/>
        </p:nvSpPr>
        <p:spPr>
          <a:xfrm>
            <a:off x="3072468" y="1517178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4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A6C799B-8AA9-E6D4-411E-D090C2F52FF7}"/>
              </a:ext>
            </a:extLst>
          </p:cNvPr>
          <p:cNvSpPr txBox="1"/>
          <p:nvPr/>
        </p:nvSpPr>
        <p:spPr>
          <a:xfrm>
            <a:off x="3409566" y="4784078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5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C6EC397-7267-1668-DF76-C98AEBB0BAF3}"/>
              </a:ext>
            </a:extLst>
          </p:cNvPr>
          <p:cNvSpPr txBox="1"/>
          <p:nvPr/>
        </p:nvSpPr>
        <p:spPr>
          <a:xfrm>
            <a:off x="1904659" y="1453209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6</a:t>
            </a:r>
            <a:endParaRPr lang="es-CL" b="1" dirty="0">
              <a:solidFill>
                <a:srgbClr val="FF0000"/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79F4147-26DD-0DCC-5442-2F66C6FAB63E}"/>
              </a:ext>
            </a:extLst>
          </p:cNvPr>
          <p:cNvSpPr/>
          <p:nvPr/>
        </p:nvSpPr>
        <p:spPr>
          <a:xfrm flipV="1">
            <a:off x="2156958" y="1533292"/>
            <a:ext cx="311012" cy="2583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5897CC3-B3E4-E0D1-A061-A0888D81518A}"/>
              </a:ext>
            </a:extLst>
          </p:cNvPr>
          <p:cNvSpPr txBox="1"/>
          <p:nvPr/>
        </p:nvSpPr>
        <p:spPr>
          <a:xfrm>
            <a:off x="2400442" y="1462159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6D75D39-C4B7-03F9-5440-63175307D309}"/>
              </a:ext>
            </a:extLst>
          </p:cNvPr>
          <p:cNvSpPr/>
          <p:nvPr/>
        </p:nvSpPr>
        <p:spPr>
          <a:xfrm flipV="1">
            <a:off x="2637518" y="1500098"/>
            <a:ext cx="265402" cy="2498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  <p:pic>
        <p:nvPicPr>
          <p:cNvPr id="22" name="Imagen 21" descr="Tabla&#10;&#10;El contenido generado por IA puede ser incorrecto.">
            <a:extLst>
              <a:ext uri="{FF2B5EF4-FFF2-40B4-BE49-F238E27FC236}">
                <a16:creationId xmlns:a16="http://schemas.microsoft.com/office/drawing/2014/main" id="{6D882364-BEFD-D6C2-B665-BC3029BEB7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497" y="1475622"/>
            <a:ext cx="4102725" cy="816946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3A829E52-D862-CF49-EDFA-9D8B6C962097}"/>
              </a:ext>
            </a:extLst>
          </p:cNvPr>
          <p:cNvSpPr txBox="1"/>
          <p:nvPr/>
        </p:nvSpPr>
        <p:spPr>
          <a:xfrm>
            <a:off x="2207840" y="2019582"/>
            <a:ext cx="3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6B6B005-7763-A346-66E2-BF7AFB32B99E}"/>
              </a:ext>
            </a:extLst>
          </p:cNvPr>
          <p:cNvSpPr/>
          <p:nvPr/>
        </p:nvSpPr>
        <p:spPr>
          <a:xfrm flipV="1">
            <a:off x="1942438" y="2056499"/>
            <a:ext cx="265402" cy="2498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7575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cbSA_AESymT3djSeRZIR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iI1r5ksRqGo4mCy2RyM_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X36k7UQCmL480Xbulfa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ogo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_h1SNDoRtWf2Ktt.VKVe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iI1r5ksRqGo4mCy2RyM_Q"/>
</p:tagLst>
</file>

<file path=ppt/theme/theme1.xml><?xml version="1.0" encoding="utf-8"?>
<a:theme xmlns:a="http://schemas.openxmlformats.org/drawingml/2006/main" name="1_Firm Format - template">
  <a:themeElements>
    <a:clrScheme name="Custom 124">
      <a:dk1>
        <a:srgbClr val="000000"/>
      </a:dk1>
      <a:lt1>
        <a:srgbClr val="FFFFFF"/>
      </a:lt1>
      <a:dk2>
        <a:srgbClr val="072777"/>
      </a:dk2>
      <a:lt2>
        <a:srgbClr val="FFFFFF"/>
      </a:lt2>
      <a:accent1>
        <a:srgbClr val="C5C5C5"/>
      </a:accent1>
      <a:accent2>
        <a:srgbClr val="09349C"/>
      </a:accent2>
      <a:accent3>
        <a:srgbClr val="93BB1C"/>
      </a:accent3>
      <a:accent4>
        <a:srgbClr val="072777"/>
      </a:accent4>
      <a:accent5>
        <a:srgbClr val="F27F00"/>
      </a:accent5>
      <a:accent6>
        <a:srgbClr val="808080"/>
      </a:accent6>
      <a:hlink>
        <a:srgbClr val="0065BD"/>
      </a:hlink>
      <a:folHlink>
        <a:srgbClr val="00296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cKinsey Grey-Blue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5C5C5"/>
        </a:accent1>
        <a:accent2>
          <a:srgbClr val="00ADEF"/>
        </a:accent2>
        <a:accent3>
          <a:srgbClr val="0065BD"/>
        </a:accent3>
        <a:accent4>
          <a:srgbClr val="002960"/>
        </a:accent4>
        <a:accent5>
          <a:srgbClr val="F27F00"/>
        </a:accent5>
        <a:accent6>
          <a:srgbClr val="808080"/>
        </a:accent6>
        <a:hlink>
          <a:srgbClr val="0065BD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insey Cyan-Blue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9F0FF"/>
        </a:accent1>
        <a:accent2>
          <a:srgbClr val="00ADEF"/>
        </a:accent2>
        <a:accent3>
          <a:srgbClr val="0065BD"/>
        </a:accent3>
        <a:accent4>
          <a:srgbClr val="002960"/>
        </a:accent4>
        <a:accent5>
          <a:srgbClr val="F27F00"/>
        </a:accent5>
        <a:accent6>
          <a:srgbClr val="808080"/>
        </a:accent6>
        <a:hlink>
          <a:srgbClr val="006983"/>
        </a:hlink>
        <a:folHlink>
          <a:srgbClr val="3333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rm Format - template - LOP - wide" id="{5979B165-12DB-457B-8358-415C02440B71}" vid="{CA867880-09AE-48DD-8C7D-1A941E59D4E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27736</TotalTime>
  <Words>160</Words>
  <Application>Microsoft Office PowerPoint</Application>
  <PresentationFormat>Panorámica</PresentationFormat>
  <Paragraphs>71</Paragraphs>
  <Slides>7</Slides>
  <Notes>4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Arial</vt:lpstr>
      <vt:lpstr>Calibri</vt:lpstr>
      <vt:lpstr>Century Gothic</vt:lpstr>
      <vt:lpstr>Gobold italic</vt:lpstr>
      <vt:lpstr>Museo Sans 100</vt:lpstr>
      <vt:lpstr>Museo Sans 700</vt:lpstr>
      <vt:lpstr>Wingdings</vt:lpstr>
      <vt:lpstr>1_Firm Format - template</vt:lpstr>
      <vt:lpstr>Diapositiva de think-cell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Lucia Bobadilla</dc:creator>
  <cp:lastModifiedBy>Marcelo  Rodríguez Muñoz</cp:lastModifiedBy>
  <cp:revision>477</cp:revision>
  <dcterms:created xsi:type="dcterms:W3CDTF">2025-10-23T17:32:03Z</dcterms:created>
  <dcterms:modified xsi:type="dcterms:W3CDTF">2026-01-26T09:56:32Z</dcterms:modified>
</cp:coreProperties>
</file>